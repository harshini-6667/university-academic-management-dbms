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9" r:id="rId4"/>
    <p:sldId id="301" r:id="rId5"/>
    <p:sldId id="285" r:id="rId6"/>
    <p:sldId id="284" r:id="rId7"/>
    <p:sldId id="288" r:id="rId8"/>
    <p:sldId id="287" r:id="rId9"/>
    <p:sldId id="300" r:id="rId10"/>
    <p:sldId id="292" r:id="rId11"/>
    <p:sldId id="293" r:id="rId12"/>
    <p:sldId id="294" r:id="rId13"/>
    <p:sldId id="295" r:id="rId14"/>
    <p:sldId id="296" r:id="rId15"/>
    <p:sldId id="299" r:id="rId16"/>
    <p:sldId id="297" r:id="rId17"/>
    <p:sldId id="268" r:id="rId18"/>
    <p:sldId id="269" r:id="rId19"/>
  </p:sldIdLst>
  <p:sldSz cx="13817600" cy="7772400"/>
  <p:notesSz cx="10058400" cy="7772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96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3FB9015-D60B-49D3-BC7B-7518314DE6AB}" v="85" dt="2026-09-27T16:48:55.78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44" autoAdjust="0"/>
    <p:restoredTop sz="94660"/>
  </p:normalViewPr>
  <p:slideViewPr>
    <p:cSldViewPr>
      <p:cViewPr varScale="1">
        <p:scale>
          <a:sx n="80" d="100"/>
          <a:sy n="80" d="100"/>
        </p:scale>
        <p:origin x="638" y="53"/>
      </p:cViewPr>
      <p:guideLst>
        <p:guide orient="horz" pos="2880"/>
        <p:guide pos="296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ni Kurapati" userId="9560231c53e69916" providerId="LiveId" clId="{1A9AD16B-1DE0-4CC9-BEBE-E0794F5A341D}"/>
    <pc:docChg chg="undo custSel addSld modSld sldOrd modMainMaster modNotesMaster">
      <pc:chgData name="Harshini Kurapati" userId="9560231c53e69916" providerId="LiveId" clId="{1A9AD16B-1DE0-4CC9-BEBE-E0794F5A341D}" dt="2026-09-27T16:51:11.868" v="2218" actId="14100"/>
      <pc:docMkLst>
        <pc:docMk/>
      </pc:docMkLst>
      <pc:sldChg chg="modSp mod">
        <pc:chgData name="Harshini Kurapati" userId="9560231c53e69916" providerId="LiveId" clId="{1A9AD16B-1DE0-4CC9-BEBE-E0794F5A341D}" dt="2026-09-22T10:07:29.303" v="231" actId="255"/>
        <pc:sldMkLst>
          <pc:docMk/>
          <pc:sldMk cId="0" sldId="256"/>
        </pc:sldMkLst>
        <pc:spChg chg="mod">
          <ac:chgData name="Harshini Kurapati" userId="9560231c53e69916" providerId="LiveId" clId="{1A9AD16B-1DE0-4CC9-BEBE-E0794F5A341D}" dt="2026-09-22T10:07:29.303" v="231" actId="255"/>
          <ac:spMkLst>
            <pc:docMk/>
            <pc:sldMk cId="0" sldId="256"/>
            <ac:spMk id="3" creationId="{00000000-0000-0000-0000-000000000000}"/>
          </ac:spMkLst>
        </pc:spChg>
        <pc:spChg chg="mod">
          <ac:chgData name="Harshini Kurapati" userId="9560231c53e69916" providerId="LiveId" clId="{1A9AD16B-1DE0-4CC9-BEBE-E0794F5A341D}" dt="2026-09-22T10:07:15.827" v="230" actId="1076"/>
          <ac:spMkLst>
            <pc:docMk/>
            <pc:sldMk cId="0" sldId="256"/>
            <ac:spMk id="4" creationId="{00000000-0000-0000-0000-000000000000}"/>
          </ac:spMkLst>
        </pc:spChg>
        <pc:picChg chg="mod">
          <ac:chgData name="Harshini Kurapati" userId="9560231c53e69916" providerId="LiveId" clId="{1A9AD16B-1DE0-4CC9-BEBE-E0794F5A341D}" dt="2026-09-22T10:00:51.663" v="5"/>
          <ac:picMkLst>
            <pc:docMk/>
            <pc:sldMk cId="0" sldId="256"/>
            <ac:picMk id="2" creationId="{00000000-0000-0000-0000-000000000000}"/>
          </ac:picMkLst>
        </pc:picChg>
      </pc:sldChg>
      <pc:sldChg chg="modSp ord">
        <pc:chgData name="Harshini Kurapati" userId="9560231c53e69916" providerId="LiveId" clId="{1A9AD16B-1DE0-4CC9-BEBE-E0794F5A341D}" dt="2026-09-22T10:07:48.611" v="233"/>
        <pc:sldMkLst>
          <pc:docMk/>
          <pc:sldMk cId="0" sldId="257"/>
        </pc:sldMkLst>
        <pc:spChg chg="mod">
          <ac:chgData name="Harshini Kurapati" userId="9560231c53e69916" providerId="LiveId" clId="{1A9AD16B-1DE0-4CC9-BEBE-E0794F5A341D}" dt="2026-09-22T10:00:51.663" v="5"/>
          <ac:spMkLst>
            <pc:docMk/>
            <pc:sldMk cId="0" sldId="257"/>
            <ac:spMk id="4" creationId="{00000000-0000-0000-0000-000000000000}"/>
          </ac:spMkLst>
        </pc:spChg>
        <pc:spChg chg="mod">
          <ac:chgData name="Harshini Kurapati" userId="9560231c53e69916" providerId="LiveId" clId="{1A9AD16B-1DE0-4CC9-BEBE-E0794F5A341D}" dt="2026-09-22T10:00:51.663" v="5"/>
          <ac:spMkLst>
            <pc:docMk/>
            <pc:sldMk cId="0" sldId="257"/>
            <ac:spMk id="9" creationId="{00000000-0000-0000-0000-000000000000}"/>
          </ac:spMkLst>
        </pc:spChg>
        <pc:spChg chg="mod">
          <ac:chgData name="Harshini Kurapati" userId="9560231c53e69916" providerId="LiveId" clId="{1A9AD16B-1DE0-4CC9-BEBE-E0794F5A341D}" dt="2026-09-22T10:00:51.663" v="5"/>
          <ac:spMkLst>
            <pc:docMk/>
            <pc:sldMk cId="0" sldId="257"/>
            <ac:spMk id="10" creationId="{00000000-0000-0000-0000-000000000000}"/>
          </ac:spMkLst>
        </pc:spChg>
        <pc:spChg chg="mod">
          <ac:chgData name="Harshini Kurapati" userId="9560231c53e69916" providerId="LiveId" clId="{1A9AD16B-1DE0-4CC9-BEBE-E0794F5A341D}" dt="2026-09-22T10:00:51.663" v="5"/>
          <ac:spMkLst>
            <pc:docMk/>
            <pc:sldMk cId="0" sldId="257"/>
            <ac:spMk id="20" creationId="{00000000-0000-0000-0000-000000000000}"/>
          </ac:spMkLst>
        </pc:spChg>
        <pc:grpChg chg="mod">
          <ac:chgData name="Harshini Kurapati" userId="9560231c53e69916" providerId="LiveId" clId="{1A9AD16B-1DE0-4CC9-BEBE-E0794F5A341D}" dt="2026-09-22T10:00:51.663" v="5"/>
          <ac:grpSpMkLst>
            <pc:docMk/>
            <pc:sldMk cId="0" sldId="257"/>
            <ac:grpSpMk id="5" creationId="{00000000-0000-0000-0000-000000000000}"/>
          </ac:grpSpMkLst>
        </pc:grpChg>
        <pc:picChg chg="mod">
          <ac:chgData name="Harshini Kurapati" userId="9560231c53e69916" providerId="LiveId" clId="{1A9AD16B-1DE0-4CC9-BEBE-E0794F5A341D}" dt="2026-09-22T10:00:51.663" v="5"/>
          <ac:picMkLst>
            <pc:docMk/>
            <pc:sldMk cId="0" sldId="257"/>
            <ac:picMk id="3" creationId="{00000000-0000-0000-0000-000000000000}"/>
          </ac:picMkLst>
        </pc:picChg>
        <pc:picChg chg="mod">
          <ac:chgData name="Harshini Kurapati" userId="9560231c53e69916" providerId="LiveId" clId="{1A9AD16B-1DE0-4CC9-BEBE-E0794F5A341D}" dt="2026-09-22T10:00:51.663" v="5"/>
          <ac:picMkLst>
            <pc:docMk/>
            <pc:sldMk cId="0" sldId="257"/>
            <ac:picMk id="6" creationId="{00000000-0000-0000-0000-000000000000}"/>
          </ac:picMkLst>
        </pc:picChg>
        <pc:picChg chg="mod">
          <ac:chgData name="Harshini Kurapati" userId="9560231c53e69916" providerId="LiveId" clId="{1A9AD16B-1DE0-4CC9-BEBE-E0794F5A341D}" dt="2026-09-22T10:00:51.663" v="5"/>
          <ac:picMkLst>
            <pc:docMk/>
            <pc:sldMk cId="0" sldId="257"/>
            <ac:picMk id="7" creationId="{00000000-0000-0000-0000-000000000000}"/>
          </ac:picMkLst>
        </pc:picChg>
        <pc:picChg chg="mod">
          <ac:chgData name="Harshini Kurapati" userId="9560231c53e69916" providerId="LiveId" clId="{1A9AD16B-1DE0-4CC9-BEBE-E0794F5A341D}" dt="2026-09-22T10:00:51.663" v="5"/>
          <ac:picMkLst>
            <pc:docMk/>
            <pc:sldMk cId="0" sldId="257"/>
            <ac:picMk id="8" creationId="{00000000-0000-0000-0000-000000000000}"/>
          </ac:picMkLst>
        </pc:picChg>
      </pc:sldChg>
      <pc:sldChg chg="modSp mod ord">
        <pc:chgData name="Harshini Kurapati" userId="9560231c53e69916" providerId="LiveId" clId="{1A9AD16B-1DE0-4CC9-BEBE-E0794F5A341D}" dt="2026-09-22T10:17:13.339" v="393" actId="1076"/>
        <pc:sldMkLst>
          <pc:docMk/>
          <pc:sldMk cId="86789223" sldId="259"/>
        </pc:sldMkLst>
        <pc:spChg chg="mod">
          <ac:chgData name="Harshini Kurapati" userId="9560231c53e69916" providerId="LiveId" clId="{1A9AD16B-1DE0-4CC9-BEBE-E0794F5A341D}" dt="2026-09-22T10:00:51.663" v="5"/>
          <ac:spMkLst>
            <pc:docMk/>
            <pc:sldMk cId="86789223" sldId="259"/>
            <ac:spMk id="8" creationId="{92DCFA7B-7796-4FFE-22C4-D8D11B1128AC}"/>
          </ac:spMkLst>
        </pc:spChg>
        <pc:spChg chg="mod">
          <ac:chgData name="Harshini Kurapati" userId="9560231c53e69916" providerId="LiveId" clId="{1A9AD16B-1DE0-4CC9-BEBE-E0794F5A341D}" dt="2026-09-22T10:17:13.339" v="393" actId="1076"/>
          <ac:spMkLst>
            <pc:docMk/>
            <pc:sldMk cId="86789223" sldId="259"/>
            <ac:spMk id="9" creationId="{8B8826DA-C0C7-3280-A179-8C72B3DEAD4E}"/>
          </ac:spMkLst>
        </pc:spChg>
        <pc:spChg chg="mod">
          <ac:chgData name="Harshini Kurapati" userId="9560231c53e69916" providerId="LiveId" clId="{1A9AD16B-1DE0-4CC9-BEBE-E0794F5A341D}" dt="2026-09-22T10:08:06.881" v="258" actId="20577"/>
          <ac:spMkLst>
            <pc:docMk/>
            <pc:sldMk cId="86789223" sldId="259"/>
            <ac:spMk id="15" creationId="{D80E80D0-6F89-D49C-8F71-3B704975761E}"/>
          </ac:spMkLst>
        </pc:spChg>
        <pc:grpChg chg="mod">
          <ac:chgData name="Harshini Kurapati" userId="9560231c53e69916" providerId="LiveId" clId="{1A9AD16B-1DE0-4CC9-BEBE-E0794F5A341D}" dt="2026-09-22T10:00:51.663" v="5"/>
          <ac:grpSpMkLst>
            <pc:docMk/>
            <pc:sldMk cId="86789223" sldId="259"/>
            <ac:grpSpMk id="4" creationId="{2B9EFFBF-7726-ED21-BD6C-4021B49E4438}"/>
          </ac:grpSpMkLst>
        </pc:grpChg>
        <pc:picChg chg="mod">
          <ac:chgData name="Harshini Kurapati" userId="9560231c53e69916" providerId="LiveId" clId="{1A9AD16B-1DE0-4CC9-BEBE-E0794F5A341D}" dt="2026-09-22T10:00:51.663" v="5"/>
          <ac:picMkLst>
            <pc:docMk/>
            <pc:sldMk cId="86789223" sldId="259"/>
            <ac:picMk id="5" creationId="{5359EAE0-4827-E1C6-F87E-DCB8892B4005}"/>
          </ac:picMkLst>
        </pc:picChg>
        <pc:picChg chg="mod">
          <ac:chgData name="Harshini Kurapati" userId="9560231c53e69916" providerId="LiveId" clId="{1A9AD16B-1DE0-4CC9-BEBE-E0794F5A341D}" dt="2026-09-22T10:00:51.663" v="5"/>
          <ac:picMkLst>
            <pc:docMk/>
            <pc:sldMk cId="86789223" sldId="259"/>
            <ac:picMk id="6" creationId="{F4EE5AF0-F0A0-481E-EB59-2A06E92AC7E1}"/>
          </ac:picMkLst>
        </pc:picChg>
        <pc:picChg chg="mod">
          <ac:chgData name="Harshini Kurapati" userId="9560231c53e69916" providerId="LiveId" clId="{1A9AD16B-1DE0-4CC9-BEBE-E0794F5A341D}" dt="2026-09-22T10:00:51.663" v="5"/>
          <ac:picMkLst>
            <pc:docMk/>
            <pc:sldMk cId="86789223" sldId="259"/>
            <ac:picMk id="7" creationId="{5FC53D65-7751-C01A-F243-C971B8A54510}"/>
          </ac:picMkLst>
        </pc:picChg>
        <pc:picChg chg="mod">
          <ac:chgData name="Harshini Kurapati" userId="9560231c53e69916" providerId="LiveId" clId="{1A9AD16B-1DE0-4CC9-BEBE-E0794F5A341D}" dt="2026-09-22T10:00:51.663" v="5"/>
          <ac:picMkLst>
            <pc:docMk/>
            <pc:sldMk cId="86789223" sldId="259"/>
            <ac:picMk id="17" creationId="{EED75953-77B8-EB79-983F-0DFB76BE35E9}"/>
          </ac:picMkLst>
        </pc:picChg>
      </pc:sldChg>
      <pc:sldChg chg="modSp mod">
        <pc:chgData name="Harshini Kurapati" userId="9560231c53e69916" providerId="LiveId" clId="{1A9AD16B-1DE0-4CC9-BEBE-E0794F5A341D}" dt="2026-09-23T06:25:23.680" v="2198" actId="2711"/>
        <pc:sldMkLst>
          <pc:docMk/>
          <pc:sldMk cId="2694192783" sldId="268"/>
        </pc:sldMkLst>
        <pc:spChg chg="mod">
          <ac:chgData name="Harshini Kurapati" userId="9560231c53e69916" providerId="LiveId" clId="{1A9AD16B-1DE0-4CC9-BEBE-E0794F5A341D}" dt="2026-09-23T06:25:23.680" v="2198" actId="2711"/>
          <ac:spMkLst>
            <pc:docMk/>
            <pc:sldMk cId="2694192783" sldId="268"/>
            <ac:spMk id="6" creationId="{DABB4592-5775-79D7-4F02-0BE4F7025B51}"/>
          </ac:spMkLst>
        </pc:spChg>
        <pc:spChg chg="mod">
          <ac:chgData name="Harshini Kurapati" userId="9560231c53e69916" providerId="LiveId" clId="{1A9AD16B-1DE0-4CC9-BEBE-E0794F5A341D}" dt="2026-09-22T10:00:51.663" v="5"/>
          <ac:spMkLst>
            <pc:docMk/>
            <pc:sldMk cId="2694192783" sldId="268"/>
            <ac:spMk id="11" creationId="{5C67209A-2109-EE49-1C12-165FDE2056AC}"/>
          </ac:spMkLst>
        </pc:spChg>
        <pc:spChg chg="mod">
          <ac:chgData name="Harshini Kurapati" userId="9560231c53e69916" providerId="LiveId" clId="{1A9AD16B-1DE0-4CC9-BEBE-E0794F5A341D}" dt="2026-09-22T10:00:51.663" v="5"/>
          <ac:spMkLst>
            <pc:docMk/>
            <pc:sldMk cId="2694192783" sldId="268"/>
            <ac:spMk id="12" creationId="{F513CBE2-66AF-A982-0CC5-B24C79BA9503}"/>
          </ac:spMkLst>
        </pc:spChg>
        <pc:grpChg chg="mod">
          <ac:chgData name="Harshini Kurapati" userId="9560231c53e69916" providerId="LiveId" clId="{1A9AD16B-1DE0-4CC9-BEBE-E0794F5A341D}" dt="2026-09-22T10:00:51.663" v="5"/>
          <ac:grpSpMkLst>
            <pc:docMk/>
            <pc:sldMk cId="2694192783" sldId="268"/>
            <ac:grpSpMk id="7" creationId="{20B8B724-A73F-F006-222B-6A4FF27EB83E}"/>
          </ac:grpSpMkLst>
        </pc:grpChg>
        <pc:picChg chg="mod">
          <ac:chgData name="Harshini Kurapati" userId="9560231c53e69916" providerId="LiveId" clId="{1A9AD16B-1DE0-4CC9-BEBE-E0794F5A341D}" dt="2026-09-22T10:00:51.663" v="5"/>
          <ac:picMkLst>
            <pc:docMk/>
            <pc:sldMk cId="2694192783" sldId="268"/>
            <ac:picMk id="8" creationId="{8D96FE08-6C48-29F6-B8BF-733A1FE4EFC2}"/>
          </ac:picMkLst>
        </pc:picChg>
        <pc:picChg chg="mod">
          <ac:chgData name="Harshini Kurapati" userId="9560231c53e69916" providerId="LiveId" clId="{1A9AD16B-1DE0-4CC9-BEBE-E0794F5A341D}" dt="2026-09-22T10:00:51.663" v="5"/>
          <ac:picMkLst>
            <pc:docMk/>
            <pc:sldMk cId="2694192783" sldId="268"/>
            <ac:picMk id="9" creationId="{F663E0BF-F2C3-9990-10F0-85152F3B7499}"/>
          </ac:picMkLst>
        </pc:picChg>
        <pc:picChg chg="mod">
          <ac:chgData name="Harshini Kurapati" userId="9560231c53e69916" providerId="LiveId" clId="{1A9AD16B-1DE0-4CC9-BEBE-E0794F5A341D}" dt="2026-09-22T10:00:51.663" v="5"/>
          <ac:picMkLst>
            <pc:docMk/>
            <pc:sldMk cId="2694192783" sldId="268"/>
            <ac:picMk id="10" creationId="{AF92C391-8A67-101D-C7DE-D42721562E91}"/>
          </ac:picMkLst>
        </pc:picChg>
        <pc:picChg chg="mod">
          <ac:chgData name="Harshini Kurapati" userId="9560231c53e69916" providerId="LiveId" clId="{1A9AD16B-1DE0-4CC9-BEBE-E0794F5A341D}" dt="2026-09-22T10:00:51.663" v="5"/>
          <ac:picMkLst>
            <pc:docMk/>
            <pc:sldMk cId="2694192783" sldId="268"/>
            <ac:picMk id="13" creationId="{A2CEDFE4-2383-831F-CDEE-1CF3B0215E16}"/>
          </ac:picMkLst>
        </pc:picChg>
      </pc:sldChg>
      <pc:sldChg chg="modSp">
        <pc:chgData name="Harshini Kurapati" userId="9560231c53e69916" providerId="LiveId" clId="{1A9AD16B-1DE0-4CC9-BEBE-E0794F5A341D}" dt="2026-09-22T10:00:51.663" v="5"/>
        <pc:sldMkLst>
          <pc:docMk/>
          <pc:sldMk cId="746778759" sldId="269"/>
        </pc:sldMkLst>
        <pc:spChg chg="mod">
          <ac:chgData name="Harshini Kurapati" userId="9560231c53e69916" providerId="LiveId" clId="{1A9AD16B-1DE0-4CC9-BEBE-E0794F5A341D}" dt="2026-09-22T10:00:51.663" v="5"/>
          <ac:spMkLst>
            <pc:docMk/>
            <pc:sldMk cId="746778759" sldId="269"/>
            <ac:spMk id="2" creationId="{04F5B32A-9B14-7FA0-D59B-AF32355B7813}"/>
          </ac:spMkLst>
        </pc:spChg>
        <pc:picChg chg="mod">
          <ac:chgData name="Harshini Kurapati" userId="9560231c53e69916" providerId="LiveId" clId="{1A9AD16B-1DE0-4CC9-BEBE-E0794F5A341D}" dt="2026-09-22T10:00:51.663" v="5"/>
          <ac:picMkLst>
            <pc:docMk/>
            <pc:sldMk cId="746778759" sldId="269"/>
            <ac:picMk id="4" creationId="{82A927C3-140A-7ABC-91C2-249562DF33FB}"/>
          </ac:picMkLst>
        </pc:picChg>
      </pc:sldChg>
      <pc:sldChg chg="addSp modSp mod">
        <pc:chgData name="Harshini Kurapati" userId="9560231c53e69916" providerId="LiveId" clId="{1A9AD16B-1DE0-4CC9-BEBE-E0794F5A341D}" dt="2026-09-22T15:32:09.279" v="759" actId="14100"/>
        <pc:sldMkLst>
          <pc:docMk/>
          <pc:sldMk cId="1149973987" sldId="284"/>
        </pc:sldMkLst>
        <pc:spChg chg="mod">
          <ac:chgData name="Harshini Kurapati" userId="9560231c53e69916" providerId="LiveId" clId="{1A9AD16B-1DE0-4CC9-BEBE-E0794F5A341D}" dt="2026-09-22T10:00:51.663" v="5"/>
          <ac:spMkLst>
            <pc:docMk/>
            <pc:sldMk cId="1149973987" sldId="284"/>
            <ac:spMk id="6" creationId="{D4973351-D6E2-D3B8-C7AF-9344AB18D3A7}"/>
          </ac:spMkLst>
        </pc:spChg>
        <pc:spChg chg="mod">
          <ac:chgData name="Harshini Kurapati" userId="9560231c53e69916" providerId="LiveId" clId="{1A9AD16B-1DE0-4CC9-BEBE-E0794F5A341D}" dt="2026-09-22T10:00:51.663" v="5"/>
          <ac:spMkLst>
            <pc:docMk/>
            <pc:sldMk cId="1149973987" sldId="284"/>
            <ac:spMk id="7" creationId="{50DE1838-629A-37A8-DB28-E5CABD39B264}"/>
          </ac:spMkLst>
        </pc:spChg>
        <pc:spChg chg="mod">
          <ac:chgData name="Harshini Kurapati" userId="9560231c53e69916" providerId="LiveId" clId="{1A9AD16B-1DE0-4CC9-BEBE-E0794F5A341D}" dt="2026-09-22T10:38:10.934" v="752" actId="20577"/>
          <ac:spMkLst>
            <pc:docMk/>
            <pc:sldMk cId="1149973987" sldId="284"/>
            <ac:spMk id="9" creationId="{810F592E-1BC5-A7E5-94A9-5EBA752B1D71}"/>
          </ac:spMkLst>
        </pc:spChg>
        <pc:spChg chg="mod">
          <ac:chgData name="Harshini Kurapati" userId="9560231c53e69916" providerId="LiveId" clId="{1A9AD16B-1DE0-4CC9-BEBE-E0794F5A341D}" dt="2026-09-22T10:00:51.663" v="5"/>
          <ac:spMkLst>
            <pc:docMk/>
            <pc:sldMk cId="1149973987" sldId="284"/>
            <ac:spMk id="15" creationId="{15F0E8CC-BDB8-7C3E-7C5E-012FD1252950}"/>
          </ac:spMkLst>
        </pc:spChg>
        <pc:grpChg chg="mod">
          <ac:chgData name="Harshini Kurapati" userId="9560231c53e69916" providerId="LiveId" clId="{1A9AD16B-1DE0-4CC9-BEBE-E0794F5A341D}" dt="2026-09-22T10:00:51.663" v="5"/>
          <ac:grpSpMkLst>
            <pc:docMk/>
            <pc:sldMk cId="1149973987" sldId="284"/>
            <ac:grpSpMk id="2" creationId="{46F9D794-31EA-8ABA-A5E3-D49E7DEF13C2}"/>
          </ac:grpSpMkLst>
        </pc:grpChg>
        <pc:picChg chg="mod">
          <ac:chgData name="Harshini Kurapati" userId="9560231c53e69916" providerId="LiveId" clId="{1A9AD16B-1DE0-4CC9-BEBE-E0794F5A341D}" dt="2026-09-22T10:00:51.663" v="5"/>
          <ac:picMkLst>
            <pc:docMk/>
            <pc:sldMk cId="1149973987" sldId="284"/>
            <ac:picMk id="3" creationId="{E0767A3E-73A4-9967-916C-59851FE931A3}"/>
          </ac:picMkLst>
        </pc:picChg>
        <pc:picChg chg="mod">
          <ac:chgData name="Harshini Kurapati" userId="9560231c53e69916" providerId="LiveId" clId="{1A9AD16B-1DE0-4CC9-BEBE-E0794F5A341D}" dt="2026-09-22T10:00:51.663" v="5"/>
          <ac:picMkLst>
            <pc:docMk/>
            <pc:sldMk cId="1149973987" sldId="284"/>
            <ac:picMk id="4" creationId="{5C64E3F9-2AFD-ACC7-6183-250AF43BDF58}"/>
          </ac:picMkLst>
        </pc:picChg>
        <pc:picChg chg="mod">
          <ac:chgData name="Harshini Kurapati" userId="9560231c53e69916" providerId="LiveId" clId="{1A9AD16B-1DE0-4CC9-BEBE-E0794F5A341D}" dt="2026-09-22T10:00:51.663" v="5"/>
          <ac:picMkLst>
            <pc:docMk/>
            <pc:sldMk cId="1149973987" sldId="284"/>
            <ac:picMk id="5" creationId="{01E94C25-6779-8458-E95E-F4782347F2B3}"/>
          </ac:picMkLst>
        </pc:picChg>
        <pc:picChg chg="add mod">
          <ac:chgData name="Harshini Kurapati" userId="9560231c53e69916" providerId="LiveId" clId="{1A9AD16B-1DE0-4CC9-BEBE-E0794F5A341D}" dt="2026-09-22T15:32:09.279" v="759" actId="14100"/>
          <ac:picMkLst>
            <pc:docMk/>
            <pc:sldMk cId="1149973987" sldId="284"/>
            <ac:picMk id="10" creationId="{972B51DD-E4A5-E2E5-25ED-F638810116FE}"/>
          </ac:picMkLst>
        </pc:picChg>
        <pc:picChg chg="mod">
          <ac:chgData name="Harshini Kurapati" userId="9560231c53e69916" providerId="LiveId" clId="{1A9AD16B-1DE0-4CC9-BEBE-E0794F5A341D}" dt="2026-09-22T10:00:51.663" v="5"/>
          <ac:picMkLst>
            <pc:docMk/>
            <pc:sldMk cId="1149973987" sldId="284"/>
            <ac:picMk id="17" creationId="{DBC28A04-FC65-6F36-8766-2B93E376E261}"/>
          </ac:picMkLst>
        </pc:picChg>
      </pc:sldChg>
      <pc:sldChg chg="addSp delSp modSp mod">
        <pc:chgData name="Harshini Kurapati" userId="9560231c53e69916" providerId="LiveId" clId="{1A9AD16B-1DE0-4CC9-BEBE-E0794F5A341D}" dt="2026-09-22T15:33:23.748" v="764" actId="207"/>
        <pc:sldMkLst>
          <pc:docMk/>
          <pc:sldMk cId="26077263" sldId="285"/>
        </pc:sldMkLst>
        <pc:spChg chg="mod">
          <ac:chgData name="Harshini Kurapati" userId="9560231c53e69916" providerId="LiveId" clId="{1A9AD16B-1DE0-4CC9-BEBE-E0794F5A341D}" dt="2026-09-22T10:00:51.663" v="5"/>
          <ac:spMkLst>
            <pc:docMk/>
            <pc:sldMk cId="26077263" sldId="285"/>
            <ac:spMk id="6" creationId="{CBF6A033-32D1-951A-E7A6-E89336F7E40B}"/>
          </ac:spMkLst>
        </pc:spChg>
        <pc:spChg chg="mod">
          <ac:chgData name="Harshini Kurapati" userId="9560231c53e69916" providerId="LiveId" clId="{1A9AD16B-1DE0-4CC9-BEBE-E0794F5A341D}" dt="2026-09-22T10:00:51.663" v="5"/>
          <ac:spMkLst>
            <pc:docMk/>
            <pc:sldMk cId="26077263" sldId="285"/>
            <ac:spMk id="7" creationId="{0A3D4540-9EF3-DE22-0F98-4B4BAC3FACC2}"/>
          </ac:spMkLst>
        </pc:spChg>
        <pc:spChg chg="mod">
          <ac:chgData name="Harshini Kurapati" userId="9560231c53e69916" providerId="LiveId" clId="{1A9AD16B-1DE0-4CC9-BEBE-E0794F5A341D}" dt="2026-09-22T10:00:51.663" v="5"/>
          <ac:spMkLst>
            <pc:docMk/>
            <pc:sldMk cId="26077263" sldId="285"/>
            <ac:spMk id="15" creationId="{C94372AF-741E-13F0-7A49-5899AAA88E58}"/>
          </ac:spMkLst>
        </pc:spChg>
        <pc:grpChg chg="mod">
          <ac:chgData name="Harshini Kurapati" userId="9560231c53e69916" providerId="LiveId" clId="{1A9AD16B-1DE0-4CC9-BEBE-E0794F5A341D}" dt="2026-09-22T10:00:51.663" v="5"/>
          <ac:grpSpMkLst>
            <pc:docMk/>
            <pc:sldMk cId="26077263" sldId="285"/>
            <ac:grpSpMk id="2" creationId="{444C8BDC-1408-2F08-ECFE-24342F99259F}"/>
          </ac:grpSpMkLst>
        </pc:grpChg>
        <pc:graphicFrameChg chg="add mod modGraphic">
          <ac:chgData name="Harshini Kurapati" userId="9560231c53e69916" providerId="LiveId" clId="{1A9AD16B-1DE0-4CC9-BEBE-E0794F5A341D}" dt="2026-09-22T15:33:23.748" v="764" actId="207"/>
          <ac:graphicFrameMkLst>
            <pc:docMk/>
            <pc:sldMk cId="26077263" sldId="285"/>
            <ac:graphicFrameMk id="10" creationId="{6A1A9BF6-B935-D088-5E7B-E7D02B2B14F9}"/>
          </ac:graphicFrameMkLst>
        </pc:graphicFrameChg>
        <pc:picChg chg="mod">
          <ac:chgData name="Harshini Kurapati" userId="9560231c53e69916" providerId="LiveId" clId="{1A9AD16B-1DE0-4CC9-BEBE-E0794F5A341D}" dt="2026-09-22T10:00:51.663" v="5"/>
          <ac:picMkLst>
            <pc:docMk/>
            <pc:sldMk cId="26077263" sldId="285"/>
            <ac:picMk id="3" creationId="{486D7949-B407-1EA2-DD79-8A477F1C214A}"/>
          </ac:picMkLst>
        </pc:picChg>
        <pc:picChg chg="mod">
          <ac:chgData name="Harshini Kurapati" userId="9560231c53e69916" providerId="LiveId" clId="{1A9AD16B-1DE0-4CC9-BEBE-E0794F5A341D}" dt="2026-09-22T10:00:51.663" v="5"/>
          <ac:picMkLst>
            <pc:docMk/>
            <pc:sldMk cId="26077263" sldId="285"/>
            <ac:picMk id="4" creationId="{AF19115A-194D-B4F3-FDC6-80C7A9EAC643}"/>
          </ac:picMkLst>
        </pc:picChg>
        <pc:picChg chg="mod">
          <ac:chgData name="Harshini Kurapati" userId="9560231c53e69916" providerId="LiveId" clId="{1A9AD16B-1DE0-4CC9-BEBE-E0794F5A341D}" dt="2026-09-22T10:00:51.663" v="5"/>
          <ac:picMkLst>
            <pc:docMk/>
            <pc:sldMk cId="26077263" sldId="285"/>
            <ac:picMk id="5" creationId="{E665D128-267F-2426-96EF-5BA2DC13C642}"/>
          </ac:picMkLst>
        </pc:picChg>
        <pc:picChg chg="mod">
          <ac:chgData name="Harshini Kurapati" userId="9560231c53e69916" providerId="LiveId" clId="{1A9AD16B-1DE0-4CC9-BEBE-E0794F5A341D}" dt="2026-09-22T10:00:51.663" v="5"/>
          <ac:picMkLst>
            <pc:docMk/>
            <pc:sldMk cId="26077263" sldId="285"/>
            <ac:picMk id="17" creationId="{A1EEC003-D96B-9878-B867-CB3E416DA499}"/>
          </ac:picMkLst>
        </pc:picChg>
      </pc:sldChg>
      <pc:sldChg chg="addSp delSp modSp mod">
        <pc:chgData name="Harshini Kurapati" userId="9560231c53e69916" providerId="LiveId" clId="{1A9AD16B-1DE0-4CC9-BEBE-E0794F5A341D}" dt="2026-09-22T15:51:43.815" v="1047" actId="207"/>
        <pc:sldMkLst>
          <pc:docMk/>
          <pc:sldMk cId="1510185755" sldId="287"/>
        </pc:sldMkLst>
        <pc:spChg chg="mod">
          <ac:chgData name="Harshini Kurapati" userId="9560231c53e69916" providerId="LiveId" clId="{1A9AD16B-1DE0-4CC9-BEBE-E0794F5A341D}" dt="2026-09-22T10:00:51.663" v="5"/>
          <ac:spMkLst>
            <pc:docMk/>
            <pc:sldMk cId="1510185755" sldId="287"/>
            <ac:spMk id="6" creationId="{48EE4812-0FE8-8F6E-37C0-C1D8649E38B8}"/>
          </ac:spMkLst>
        </pc:spChg>
        <pc:spChg chg="mod">
          <ac:chgData name="Harshini Kurapati" userId="9560231c53e69916" providerId="LiveId" clId="{1A9AD16B-1DE0-4CC9-BEBE-E0794F5A341D}" dt="2026-09-22T10:00:51.663" v="5"/>
          <ac:spMkLst>
            <pc:docMk/>
            <pc:sldMk cId="1510185755" sldId="287"/>
            <ac:spMk id="7" creationId="{C996B418-1692-861F-B2FC-D97A6A0DCECA}"/>
          </ac:spMkLst>
        </pc:spChg>
        <pc:spChg chg="mod">
          <ac:chgData name="Harshini Kurapati" userId="9560231c53e69916" providerId="LiveId" clId="{1A9AD16B-1DE0-4CC9-BEBE-E0794F5A341D}" dt="2026-09-22T10:00:51.663" v="5"/>
          <ac:spMkLst>
            <pc:docMk/>
            <pc:sldMk cId="1510185755" sldId="287"/>
            <ac:spMk id="15" creationId="{386A48A0-7630-F33A-9602-55A8C30FABC0}"/>
          </ac:spMkLst>
        </pc:spChg>
        <pc:grpChg chg="mod">
          <ac:chgData name="Harshini Kurapati" userId="9560231c53e69916" providerId="LiveId" clId="{1A9AD16B-1DE0-4CC9-BEBE-E0794F5A341D}" dt="2026-09-22T10:00:51.663" v="5"/>
          <ac:grpSpMkLst>
            <pc:docMk/>
            <pc:sldMk cId="1510185755" sldId="287"/>
            <ac:grpSpMk id="2" creationId="{631FFF4E-3585-C131-4111-19552BFBD0ED}"/>
          </ac:grpSpMkLst>
        </pc:grpChg>
        <pc:graphicFrameChg chg="add mod modGraphic">
          <ac:chgData name="Harshini Kurapati" userId="9560231c53e69916" providerId="LiveId" clId="{1A9AD16B-1DE0-4CC9-BEBE-E0794F5A341D}" dt="2026-09-22T15:51:43.815" v="1047" actId="207"/>
          <ac:graphicFrameMkLst>
            <pc:docMk/>
            <pc:sldMk cId="1510185755" sldId="287"/>
            <ac:graphicFrameMk id="13" creationId="{5E27FC80-226D-777A-A4A0-8DDC27F10B20}"/>
          </ac:graphicFrameMkLst>
        </pc:graphicFrameChg>
        <pc:picChg chg="mod">
          <ac:chgData name="Harshini Kurapati" userId="9560231c53e69916" providerId="LiveId" clId="{1A9AD16B-1DE0-4CC9-BEBE-E0794F5A341D}" dt="2026-09-22T10:00:51.663" v="5"/>
          <ac:picMkLst>
            <pc:docMk/>
            <pc:sldMk cId="1510185755" sldId="287"/>
            <ac:picMk id="3" creationId="{23462C3B-779A-ECC8-E6A0-EBE10897D9C8}"/>
          </ac:picMkLst>
        </pc:picChg>
        <pc:picChg chg="mod">
          <ac:chgData name="Harshini Kurapati" userId="9560231c53e69916" providerId="LiveId" clId="{1A9AD16B-1DE0-4CC9-BEBE-E0794F5A341D}" dt="2026-09-22T10:00:51.663" v="5"/>
          <ac:picMkLst>
            <pc:docMk/>
            <pc:sldMk cId="1510185755" sldId="287"/>
            <ac:picMk id="4" creationId="{1C485986-3706-6533-B03D-5A8A8566EDEA}"/>
          </ac:picMkLst>
        </pc:picChg>
        <pc:picChg chg="mod">
          <ac:chgData name="Harshini Kurapati" userId="9560231c53e69916" providerId="LiveId" clId="{1A9AD16B-1DE0-4CC9-BEBE-E0794F5A341D}" dt="2026-09-22T10:00:51.663" v="5"/>
          <ac:picMkLst>
            <pc:docMk/>
            <pc:sldMk cId="1510185755" sldId="287"/>
            <ac:picMk id="5" creationId="{C06018CA-58C0-7E2C-3046-85D5E75FDF52}"/>
          </ac:picMkLst>
        </pc:picChg>
        <pc:picChg chg="mod">
          <ac:chgData name="Harshini Kurapati" userId="9560231c53e69916" providerId="LiveId" clId="{1A9AD16B-1DE0-4CC9-BEBE-E0794F5A341D}" dt="2026-09-22T10:00:51.663" v="5"/>
          <ac:picMkLst>
            <pc:docMk/>
            <pc:sldMk cId="1510185755" sldId="287"/>
            <ac:picMk id="17" creationId="{4D87CA1E-4756-F08E-63BD-75124D6360A1}"/>
          </ac:picMkLst>
        </pc:picChg>
      </pc:sldChg>
      <pc:sldChg chg="addSp delSp modSp mod">
        <pc:chgData name="Harshini Kurapati" userId="9560231c53e69916" providerId="LiveId" clId="{1A9AD16B-1DE0-4CC9-BEBE-E0794F5A341D}" dt="2026-09-22T15:41:57.842" v="953" actId="2711"/>
        <pc:sldMkLst>
          <pc:docMk/>
          <pc:sldMk cId="3283178258" sldId="288"/>
        </pc:sldMkLst>
        <pc:spChg chg="mod">
          <ac:chgData name="Harshini Kurapati" userId="9560231c53e69916" providerId="LiveId" clId="{1A9AD16B-1DE0-4CC9-BEBE-E0794F5A341D}" dt="2026-09-22T10:00:51.663" v="5"/>
          <ac:spMkLst>
            <pc:docMk/>
            <pc:sldMk cId="3283178258" sldId="288"/>
            <ac:spMk id="6" creationId="{82876794-728A-676B-5B3B-0E4A8320CD7E}"/>
          </ac:spMkLst>
        </pc:spChg>
        <pc:spChg chg="mod">
          <ac:chgData name="Harshini Kurapati" userId="9560231c53e69916" providerId="LiveId" clId="{1A9AD16B-1DE0-4CC9-BEBE-E0794F5A341D}" dt="2026-09-22T10:00:51.663" v="5"/>
          <ac:spMkLst>
            <pc:docMk/>
            <pc:sldMk cId="3283178258" sldId="288"/>
            <ac:spMk id="7" creationId="{75FAEAFE-5DA8-E3CC-E08A-02ABAA5C5423}"/>
          </ac:spMkLst>
        </pc:spChg>
        <pc:spChg chg="mod">
          <ac:chgData name="Harshini Kurapati" userId="9560231c53e69916" providerId="LiveId" clId="{1A9AD16B-1DE0-4CC9-BEBE-E0794F5A341D}" dt="2026-09-22T10:00:51.663" v="5"/>
          <ac:spMkLst>
            <pc:docMk/>
            <pc:sldMk cId="3283178258" sldId="288"/>
            <ac:spMk id="15" creationId="{EA882BD3-FCF2-C56E-AAE2-C4D14D585E66}"/>
          </ac:spMkLst>
        </pc:spChg>
        <pc:spChg chg="add mod">
          <ac:chgData name="Harshini Kurapati" userId="9560231c53e69916" providerId="LiveId" clId="{1A9AD16B-1DE0-4CC9-BEBE-E0794F5A341D}" dt="2026-09-22T15:41:57.842" v="953" actId="2711"/>
          <ac:spMkLst>
            <pc:docMk/>
            <pc:sldMk cId="3283178258" sldId="288"/>
            <ac:spMk id="19" creationId="{6B6EC2F9-9375-B9BC-7713-3FD0B3D75E6E}"/>
          </ac:spMkLst>
        </pc:spChg>
        <pc:grpChg chg="mod">
          <ac:chgData name="Harshini Kurapati" userId="9560231c53e69916" providerId="LiveId" clId="{1A9AD16B-1DE0-4CC9-BEBE-E0794F5A341D}" dt="2026-09-22T10:00:51.663" v="5"/>
          <ac:grpSpMkLst>
            <pc:docMk/>
            <pc:sldMk cId="3283178258" sldId="288"/>
            <ac:grpSpMk id="2" creationId="{A4DF9EE2-487D-D75F-149C-A5A989F91BE8}"/>
          </ac:grpSpMkLst>
        </pc:grpChg>
        <pc:picChg chg="mod">
          <ac:chgData name="Harshini Kurapati" userId="9560231c53e69916" providerId="LiveId" clId="{1A9AD16B-1DE0-4CC9-BEBE-E0794F5A341D}" dt="2026-09-22T10:00:51.663" v="5"/>
          <ac:picMkLst>
            <pc:docMk/>
            <pc:sldMk cId="3283178258" sldId="288"/>
            <ac:picMk id="3" creationId="{1618242D-8DDA-301B-EF8C-793435D7B312}"/>
          </ac:picMkLst>
        </pc:picChg>
        <pc:picChg chg="mod">
          <ac:chgData name="Harshini Kurapati" userId="9560231c53e69916" providerId="LiveId" clId="{1A9AD16B-1DE0-4CC9-BEBE-E0794F5A341D}" dt="2026-09-22T10:00:51.663" v="5"/>
          <ac:picMkLst>
            <pc:docMk/>
            <pc:sldMk cId="3283178258" sldId="288"/>
            <ac:picMk id="4" creationId="{8669F432-648C-72A6-EE1E-52C40A5BB684}"/>
          </ac:picMkLst>
        </pc:picChg>
        <pc:picChg chg="mod">
          <ac:chgData name="Harshini Kurapati" userId="9560231c53e69916" providerId="LiveId" clId="{1A9AD16B-1DE0-4CC9-BEBE-E0794F5A341D}" dt="2026-09-22T10:00:51.663" v="5"/>
          <ac:picMkLst>
            <pc:docMk/>
            <pc:sldMk cId="3283178258" sldId="288"/>
            <ac:picMk id="5" creationId="{1D43B590-5504-6B74-CBB0-60480CB4BBC8}"/>
          </ac:picMkLst>
        </pc:picChg>
        <pc:picChg chg="mod">
          <ac:chgData name="Harshini Kurapati" userId="9560231c53e69916" providerId="LiveId" clId="{1A9AD16B-1DE0-4CC9-BEBE-E0794F5A341D}" dt="2026-09-22T10:00:51.663" v="5"/>
          <ac:picMkLst>
            <pc:docMk/>
            <pc:sldMk cId="3283178258" sldId="288"/>
            <ac:picMk id="17" creationId="{3CC86148-DFF8-3451-7947-2685EE95BD9F}"/>
          </ac:picMkLst>
        </pc:picChg>
      </pc:sldChg>
      <pc:sldChg chg="addSp delSp modSp mod">
        <pc:chgData name="Harshini Kurapati" userId="9560231c53e69916" providerId="LiveId" clId="{1A9AD16B-1DE0-4CC9-BEBE-E0794F5A341D}" dt="2026-09-22T16:33:42.679" v="1553" actId="14100"/>
        <pc:sldMkLst>
          <pc:docMk/>
          <pc:sldMk cId="26077263" sldId="292"/>
        </pc:sldMkLst>
        <pc:spChg chg="mod">
          <ac:chgData name="Harshini Kurapati" userId="9560231c53e69916" providerId="LiveId" clId="{1A9AD16B-1DE0-4CC9-BEBE-E0794F5A341D}" dt="2026-09-22T10:00:51.663" v="5"/>
          <ac:spMkLst>
            <pc:docMk/>
            <pc:sldMk cId="26077263" sldId="292"/>
            <ac:spMk id="6" creationId="{CBF6A033-32D1-951A-E7A6-E89336F7E40B}"/>
          </ac:spMkLst>
        </pc:spChg>
        <pc:spChg chg="mod">
          <ac:chgData name="Harshini Kurapati" userId="9560231c53e69916" providerId="LiveId" clId="{1A9AD16B-1DE0-4CC9-BEBE-E0794F5A341D}" dt="2026-09-22T10:00:51.663" v="5"/>
          <ac:spMkLst>
            <pc:docMk/>
            <pc:sldMk cId="26077263" sldId="292"/>
            <ac:spMk id="7" creationId="{0A3D4540-9EF3-DE22-0F98-4B4BAC3FACC2}"/>
          </ac:spMkLst>
        </pc:spChg>
        <pc:spChg chg="mod">
          <ac:chgData name="Harshini Kurapati" userId="9560231c53e69916" providerId="LiveId" clId="{1A9AD16B-1DE0-4CC9-BEBE-E0794F5A341D}" dt="2026-09-22T16:11:13.125" v="1329"/>
          <ac:spMkLst>
            <pc:docMk/>
            <pc:sldMk cId="26077263" sldId="292"/>
            <ac:spMk id="9" creationId="{7A800D15-2389-5516-DA9E-AC441973A9C8}"/>
          </ac:spMkLst>
        </pc:spChg>
        <pc:spChg chg="add mod">
          <ac:chgData name="Harshini Kurapati" userId="9560231c53e69916" providerId="LiveId" clId="{1A9AD16B-1DE0-4CC9-BEBE-E0794F5A341D}" dt="2026-09-22T16:24:58.132" v="1488" actId="20577"/>
          <ac:spMkLst>
            <pc:docMk/>
            <pc:sldMk cId="26077263" sldId="292"/>
            <ac:spMk id="12" creationId="{0284016D-1E0D-AED3-6710-70B0FCE96DFC}"/>
          </ac:spMkLst>
        </pc:spChg>
        <pc:spChg chg="add mod">
          <ac:chgData name="Harshini Kurapati" userId="9560231c53e69916" providerId="LiveId" clId="{1A9AD16B-1DE0-4CC9-BEBE-E0794F5A341D}" dt="2026-09-22T16:33:42.679" v="1553" actId="14100"/>
          <ac:spMkLst>
            <pc:docMk/>
            <pc:sldMk cId="26077263" sldId="292"/>
            <ac:spMk id="14" creationId="{41317F1D-0675-DD8F-4BC7-59754CCB4C92}"/>
          </ac:spMkLst>
        </pc:spChg>
        <pc:spChg chg="mod">
          <ac:chgData name="Harshini Kurapati" userId="9560231c53e69916" providerId="LiveId" clId="{1A9AD16B-1DE0-4CC9-BEBE-E0794F5A341D}" dt="2026-09-22T10:00:51.663" v="5"/>
          <ac:spMkLst>
            <pc:docMk/>
            <pc:sldMk cId="26077263" sldId="292"/>
            <ac:spMk id="15" creationId="{C94372AF-741E-13F0-7A49-5899AAA88E58}"/>
          </ac:spMkLst>
        </pc:spChg>
        <pc:grpChg chg="mod">
          <ac:chgData name="Harshini Kurapati" userId="9560231c53e69916" providerId="LiveId" clId="{1A9AD16B-1DE0-4CC9-BEBE-E0794F5A341D}" dt="2026-09-22T10:00:51.663" v="5"/>
          <ac:grpSpMkLst>
            <pc:docMk/>
            <pc:sldMk cId="26077263" sldId="292"/>
            <ac:grpSpMk id="2" creationId="{444C8BDC-1408-2F08-ECFE-24342F99259F}"/>
          </ac:grpSpMkLst>
        </pc:grpChg>
        <pc:picChg chg="mod">
          <ac:chgData name="Harshini Kurapati" userId="9560231c53e69916" providerId="LiveId" clId="{1A9AD16B-1DE0-4CC9-BEBE-E0794F5A341D}" dt="2026-09-22T10:00:51.663" v="5"/>
          <ac:picMkLst>
            <pc:docMk/>
            <pc:sldMk cId="26077263" sldId="292"/>
            <ac:picMk id="3" creationId="{486D7949-B407-1EA2-DD79-8A477F1C214A}"/>
          </ac:picMkLst>
        </pc:picChg>
        <pc:picChg chg="mod">
          <ac:chgData name="Harshini Kurapati" userId="9560231c53e69916" providerId="LiveId" clId="{1A9AD16B-1DE0-4CC9-BEBE-E0794F5A341D}" dt="2026-09-22T10:00:51.663" v="5"/>
          <ac:picMkLst>
            <pc:docMk/>
            <pc:sldMk cId="26077263" sldId="292"/>
            <ac:picMk id="4" creationId="{AF19115A-194D-B4F3-FDC6-80C7A9EAC643}"/>
          </ac:picMkLst>
        </pc:picChg>
        <pc:picChg chg="mod">
          <ac:chgData name="Harshini Kurapati" userId="9560231c53e69916" providerId="LiveId" clId="{1A9AD16B-1DE0-4CC9-BEBE-E0794F5A341D}" dt="2026-09-22T10:00:51.663" v="5"/>
          <ac:picMkLst>
            <pc:docMk/>
            <pc:sldMk cId="26077263" sldId="292"/>
            <ac:picMk id="5" creationId="{E665D128-267F-2426-96EF-5BA2DC13C642}"/>
          </ac:picMkLst>
        </pc:picChg>
        <pc:picChg chg="mod">
          <ac:chgData name="Harshini Kurapati" userId="9560231c53e69916" providerId="LiveId" clId="{1A9AD16B-1DE0-4CC9-BEBE-E0794F5A341D}" dt="2026-09-22T10:00:51.663" v="5"/>
          <ac:picMkLst>
            <pc:docMk/>
            <pc:sldMk cId="26077263" sldId="292"/>
            <ac:picMk id="17" creationId="{A1EEC003-D96B-9878-B867-CB3E416DA499}"/>
          </ac:picMkLst>
        </pc:picChg>
      </pc:sldChg>
      <pc:sldChg chg="addSp delSp modSp mod">
        <pc:chgData name="Harshini Kurapati" userId="9560231c53e69916" providerId="LiveId" clId="{1A9AD16B-1DE0-4CC9-BEBE-E0794F5A341D}" dt="2026-09-22T16:44:43.773" v="1632" actId="20577"/>
        <pc:sldMkLst>
          <pc:docMk/>
          <pc:sldMk cId="26077263" sldId="293"/>
        </pc:sldMkLst>
        <pc:spChg chg="mod">
          <ac:chgData name="Harshini Kurapati" userId="9560231c53e69916" providerId="LiveId" clId="{1A9AD16B-1DE0-4CC9-BEBE-E0794F5A341D}" dt="2026-09-22T10:00:51.663" v="5"/>
          <ac:spMkLst>
            <pc:docMk/>
            <pc:sldMk cId="26077263" sldId="293"/>
            <ac:spMk id="6" creationId="{CBF6A033-32D1-951A-E7A6-E89336F7E40B}"/>
          </ac:spMkLst>
        </pc:spChg>
        <pc:spChg chg="mod">
          <ac:chgData name="Harshini Kurapati" userId="9560231c53e69916" providerId="LiveId" clId="{1A9AD16B-1DE0-4CC9-BEBE-E0794F5A341D}" dt="2026-09-22T10:00:51.663" v="5"/>
          <ac:spMkLst>
            <pc:docMk/>
            <pc:sldMk cId="26077263" sldId="293"/>
            <ac:spMk id="7" creationId="{0A3D4540-9EF3-DE22-0F98-4B4BAC3FACC2}"/>
          </ac:spMkLst>
        </pc:spChg>
        <pc:spChg chg="mod">
          <ac:chgData name="Harshini Kurapati" userId="9560231c53e69916" providerId="LiveId" clId="{1A9AD16B-1DE0-4CC9-BEBE-E0794F5A341D}" dt="2026-09-22T16:44:07.141" v="1627" actId="14100"/>
          <ac:spMkLst>
            <pc:docMk/>
            <pc:sldMk cId="26077263" sldId="293"/>
            <ac:spMk id="9" creationId="{7A800D15-2389-5516-DA9E-AC441973A9C8}"/>
          </ac:spMkLst>
        </pc:spChg>
        <pc:spChg chg="add mod">
          <ac:chgData name="Harshini Kurapati" userId="9560231c53e69916" providerId="LiveId" clId="{1A9AD16B-1DE0-4CC9-BEBE-E0794F5A341D}" dt="2026-09-22T16:44:43.773" v="1632" actId="20577"/>
          <ac:spMkLst>
            <pc:docMk/>
            <pc:sldMk cId="26077263" sldId="293"/>
            <ac:spMk id="12" creationId="{B432B849-4DB1-B7E5-5D9F-CA521F6D866A}"/>
          </ac:spMkLst>
        </pc:spChg>
        <pc:spChg chg="mod">
          <ac:chgData name="Harshini Kurapati" userId="9560231c53e69916" providerId="LiveId" clId="{1A9AD16B-1DE0-4CC9-BEBE-E0794F5A341D}" dt="2026-09-22T10:00:51.663" v="5"/>
          <ac:spMkLst>
            <pc:docMk/>
            <pc:sldMk cId="26077263" sldId="293"/>
            <ac:spMk id="15" creationId="{C94372AF-741E-13F0-7A49-5899AAA88E58}"/>
          </ac:spMkLst>
        </pc:spChg>
        <pc:grpChg chg="mod">
          <ac:chgData name="Harshini Kurapati" userId="9560231c53e69916" providerId="LiveId" clId="{1A9AD16B-1DE0-4CC9-BEBE-E0794F5A341D}" dt="2026-09-22T10:00:51.663" v="5"/>
          <ac:grpSpMkLst>
            <pc:docMk/>
            <pc:sldMk cId="26077263" sldId="293"/>
            <ac:grpSpMk id="2" creationId="{444C8BDC-1408-2F08-ECFE-24342F99259F}"/>
          </ac:grpSpMkLst>
        </pc:grpChg>
        <pc:picChg chg="mod">
          <ac:chgData name="Harshini Kurapati" userId="9560231c53e69916" providerId="LiveId" clId="{1A9AD16B-1DE0-4CC9-BEBE-E0794F5A341D}" dt="2026-09-22T10:00:51.663" v="5"/>
          <ac:picMkLst>
            <pc:docMk/>
            <pc:sldMk cId="26077263" sldId="293"/>
            <ac:picMk id="3" creationId="{486D7949-B407-1EA2-DD79-8A477F1C214A}"/>
          </ac:picMkLst>
        </pc:picChg>
        <pc:picChg chg="mod">
          <ac:chgData name="Harshini Kurapati" userId="9560231c53e69916" providerId="LiveId" clId="{1A9AD16B-1DE0-4CC9-BEBE-E0794F5A341D}" dt="2026-09-22T10:00:51.663" v="5"/>
          <ac:picMkLst>
            <pc:docMk/>
            <pc:sldMk cId="26077263" sldId="293"/>
            <ac:picMk id="4" creationId="{AF19115A-194D-B4F3-FDC6-80C7A9EAC643}"/>
          </ac:picMkLst>
        </pc:picChg>
        <pc:picChg chg="mod">
          <ac:chgData name="Harshini Kurapati" userId="9560231c53e69916" providerId="LiveId" clId="{1A9AD16B-1DE0-4CC9-BEBE-E0794F5A341D}" dt="2026-09-22T10:00:51.663" v="5"/>
          <ac:picMkLst>
            <pc:docMk/>
            <pc:sldMk cId="26077263" sldId="293"/>
            <ac:picMk id="5" creationId="{E665D128-267F-2426-96EF-5BA2DC13C642}"/>
          </ac:picMkLst>
        </pc:picChg>
        <pc:picChg chg="mod">
          <ac:chgData name="Harshini Kurapati" userId="9560231c53e69916" providerId="LiveId" clId="{1A9AD16B-1DE0-4CC9-BEBE-E0794F5A341D}" dt="2026-09-22T10:00:51.663" v="5"/>
          <ac:picMkLst>
            <pc:docMk/>
            <pc:sldMk cId="26077263" sldId="293"/>
            <ac:picMk id="17" creationId="{A1EEC003-D96B-9878-B867-CB3E416DA499}"/>
          </ac:picMkLst>
        </pc:picChg>
      </pc:sldChg>
      <pc:sldChg chg="addSp delSp modSp mod">
        <pc:chgData name="Harshini Kurapati" userId="9560231c53e69916" providerId="LiveId" clId="{1A9AD16B-1DE0-4CC9-BEBE-E0794F5A341D}" dt="2026-09-23T05:33:55.835" v="1908" actId="20577"/>
        <pc:sldMkLst>
          <pc:docMk/>
          <pc:sldMk cId="26077263" sldId="294"/>
        </pc:sldMkLst>
        <pc:spChg chg="mod">
          <ac:chgData name="Harshini Kurapati" userId="9560231c53e69916" providerId="LiveId" clId="{1A9AD16B-1DE0-4CC9-BEBE-E0794F5A341D}" dt="2026-09-22T10:00:51.663" v="5"/>
          <ac:spMkLst>
            <pc:docMk/>
            <pc:sldMk cId="26077263" sldId="294"/>
            <ac:spMk id="6" creationId="{CBF6A033-32D1-951A-E7A6-E89336F7E40B}"/>
          </ac:spMkLst>
        </pc:spChg>
        <pc:spChg chg="mod">
          <ac:chgData name="Harshini Kurapati" userId="9560231c53e69916" providerId="LiveId" clId="{1A9AD16B-1DE0-4CC9-BEBE-E0794F5A341D}" dt="2026-09-22T10:00:51.663" v="5"/>
          <ac:spMkLst>
            <pc:docMk/>
            <pc:sldMk cId="26077263" sldId="294"/>
            <ac:spMk id="7" creationId="{0A3D4540-9EF3-DE22-0F98-4B4BAC3FACC2}"/>
          </ac:spMkLst>
        </pc:spChg>
        <pc:spChg chg="add mod">
          <ac:chgData name="Harshini Kurapati" userId="9560231c53e69916" providerId="LiveId" clId="{1A9AD16B-1DE0-4CC9-BEBE-E0794F5A341D}" dt="2026-09-23T05:33:46.728" v="1907" actId="20577"/>
          <ac:spMkLst>
            <pc:docMk/>
            <pc:sldMk cId="26077263" sldId="294"/>
            <ac:spMk id="9" creationId="{EF974C97-86AC-F89A-100E-A3E89FAE10CE}"/>
          </ac:spMkLst>
        </pc:spChg>
        <pc:spChg chg="add mod">
          <ac:chgData name="Harshini Kurapati" userId="9560231c53e69916" providerId="LiveId" clId="{1A9AD16B-1DE0-4CC9-BEBE-E0794F5A341D}" dt="2026-09-23T05:25:56.392" v="1787" actId="20577"/>
          <ac:spMkLst>
            <pc:docMk/>
            <pc:sldMk cId="26077263" sldId="294"/>
            <ac:spMk id="10" creationId="{E387E63E-7B38-3A4C-828A-1C26DC2ABD1B}"/>
          </ac:spMkLst>
        </pc:spChg>
        <pc:spChg chg="add mod">
          <ac:chgData name="Harshini Kurapati" userId="9560231c53e69916" providerId="LiveId" clId="{1A9AD16B-1DE0-4CC9-BEBE-E0794F5A341D}" dt="2026-09-23T05:33:55.835" v="1908" actId="20577"/>
          <ac:spMkLst>
            <pc:docMk/>
            <pc:sldMk cId="26077263" sldId="294"/>
            <ac:spMk id="12" creationId="{FB7B1D65-2C4F-697F-95A0-B44AE455CA94}"/>
          </ac:spMkLst>
        </pc:spChg>
        <pc:spChg chg="mod">
          <ac:chgData name="Harshini Kurapati" userId="9560231c53e69916" providerId="LiveId" clId="{1A9AD16B-1DE0-4CC9-BEBE-E0794F5A341D}" dt="2026-09-22T10:00:51.663" v="5"/>
          <ac:spMkLst>
            <pc:docMk/>
            <pc:sldMk cId="26077263" sldId="294"/>
            <ac:spMk id="15" creationId="{C94372AF-741E-13F0-7A49-5899AAA88E58}"/>
          </ac:spMkLst>
        </pc:spChg>
        <pc:grpChg chg="mod">
          <ac:chgData name="Harshini Kurapati" userId="9560231c53e69916" providerId="LiveId" clId="{1A9AD16B-1DE0-4CC9-BEBE-E0794F5A341D}" dt="2026-09-22T10:00:51.663" v="5"/>
          <ac:grpSpMkLst>
            <pc:docMk/>
            <pc:sldMk cId="26077263" sldId="294"/>
            <ac:grpSpMk id="2" creationId="{444C8BDC-1408-2F08-ECFE-24342F99259F}"/>
          </ac:grpSpMkLst>
        </pc:grpChg>
        <pc:picChg chg="mod">
          <ac:chgData name="Harshini Kurapati" userId="9560231c53e69916" providerId="LiveId" clId="{1A9AD16B-1DE0-4CC9-BEBE-E0794F5A341D}" dt="2026-09-22T10:00:51.663" v="5"/>
          <ac:picMkLst>
            <pc:docMk/>
            <pc:sldMk cId="26077263" sldId="294"/>
            <ac:picMk id="3" creationId="{486D7949-B407-1EA2-DD79-8A477F1C214A}"/>
          </ac:picMkLst>
        </pc:picChg>
        <pc:picChg chg="mod">
          <ac:chgData name="Harshini Kurapati" userId="9560231c53e69916" providerId="LiveId" clId="{1A9AD16B-1DE0-4CC9-BEBE-E0794F5A341D}" dt="2026-09-22T10:00:51.663" v="5"/>
          <ac:picMkLst>
            <pc:docMk/>
            <pc:sldMk cId="26077263" sldId="294"/>
            <ac:picMk id="4" creationId="{AF19115A-194D-B4F3-FDC6-80C7A9EAC643}"/>
          </ac:picMkLst>
        </pc:picChg>
        <pc:picChg chg="mod">
          <ac:chgData name="Harshini Kurapati" userId="9560231c53e69916" providerId="LiveId" clId="{1A9AD16B-1DE0-4CC9-BEBE-E0794F5A341D}" dt="2026-09-22T10:00:51.663" v="5"/>
          <ac:picMkLst>
            <pc:docMk/>
            <pc:sldMk cId="26077263" sldId="294"/>
            <ac:picMk id="5" creationId="{E665D128-267F-2426-96EF-5BA2DC13C642}"/>
          </ac:picMkLst>
        </pc:picChg>
        <pc:picChg chg="mod">
          <ac:chgData name="Harshini Kurapati" userId="9560231c53e69916" providerId="LiveId" clId="{1A9AD16B-1DE0-4CC9-BEBE-E0794F5A341D}" dt="2026-09-22T10:00:51.663" v="5"/>
          <ac:picMkLst>
            <pc:docMk/>
            <pc:sldMk cId="26077263" sldId="294"/>
            <ac:picMk id="17" creationId="{A1EEC003-D96B-9878-B867-CB3E416DA499}"/>
          </ac:picMkLst>
        </pc:picChg>
      </pc:sldChg>
      <pc:sldChg chg="addSp delSp modSp mod">
        <pc:chgData name="Harshini Kurapati" userId="9560231c53e69916" providerId="LiveId" clId="{1A9AD16B-1DE0-4CC9-BEBE-E0794F5A341D}" dt="2026-09-23T05:55:22.509" v="2114" actId="255"/>
        <pc:sldMkLst>
          <pc:docMk/>
          <pc:sldMk cId="26077263" sldId="295"/>
        </pc:sldMkLst>
        <pc:spChg chg="mod">
          <ac:chgData name="Harshini Kurapati" userId="9560231c53e69916" providerId="LiveId" clId="{1A9AD16B-1DE0-4CC9-BEBE-E0794F5A341D}" dt="2026-09-22T10:00:51.663" v="5"/>
          <ac:spMkLst>
            <pc:docMk/>
            <pc:sldMk cId="26077263" sldId="295"/>
            <ac:spMk id="6" creationId="{CBF6A033-32D1-951A-E7A6-E89336F7E40B}"/>
          </ac:spMkLst>
        </pc:spChg>
        <pc:spChg chg="mod">
          <ac:chgData name="Harshini Kurapati" userId="9560231c53e69916" providerId="LiveId" clId="{1A9AD16B-1DE0-4CC9-BEBE-E0794F5A341D}" dt="2026-09-22T10:00:51.663" v="5"/>
          <ac:spMkLst>
            <pc:docMk/>
            <pc:sldMk cId="26077263" sldId="295"/>
            <ac:spMk id="7" creationId="{0A3D4540-9EF3-DE22-0F98-4B4BAC3FACC2}"/>
          </ac:spMkLst>
        </pc:spChg>
        <pc:spChg chg="add mod">
          <ac:chgData name="Harshini Kurapati" userId="9560231c53e69916" providerId="LiveId" clId="{1A9AD16B-1DE0-4CC9-BEBE-E0794F5A341D}" dt="2026-09-23T05:38:24.156" v="1977" actId="1076"/>
          <ac:spMkLst>
            <pc:docMk/>
            <pc:sldMk cId="26077263" sldId="295"/>
            <ac:spMk id="9" creationId="{8657AD48-6F4C-9511-2A69-BE811E44C83B}"/>
          </ac:spMkLst>
        </pc:spChg>
        <pc:spChg chg="add mod">
          <ac:chgData name="Harshini Kurapati" userId="9560231c53e69916" providerId="LiveId" clId="{1A9AD16B-1DE0-4CC9-BEBE-E0794F5A341D}" dt="2026-09-23T05:38:15.792" v="1976" actId="5793"/>
          <ac:spMkLst>
            <pc:docMk/>
            <pc:sldMk cId="26077263" sldId="295"/>
            <ac:spMk id="10" creationId="{D908634B-846D-26DD-D100-DB52D167017A}"/>
          </ac:spMkLst>
        </pc:spChg>
        <pc:spChg chg="add mod">
          <ac:chgData name="Harshini Kurapati" userId="9560231c53e69916" providerId="LiveId" clId="{1A9AD16B-1DE0-4CC9-BEBE-E0794F5A341D}" dt="2026-09-23T05:55:16.706" v="2113" actId="14100"/>
          <ac:spMkLst>
            <pc:docMk/>
            <pc:sldMk cId="26077263" sldId="295"/>
            <ac:spMk id="12" creationId="{86038114-A9F6-2CF5-F2C2-15104E4FB9DF}"/>
          </ac:spMkLst>
        </pc:spChg>
        <pc:spChg chg="add mod">
          <ac:chgData name="Harshini Kurapati" userId="9560231c53e69916" providerId="LiveId" clId="{1A9AD16B-1DE0-4CC9-BEBE-E0794F5A341D}" dt="2026-09-23T05:55:22.509" v="2114" actId="255"/>
          <ac:spMkLst>
            <pc:docMk/>
            <pc:sldMk cId="26077263" sldId="295"/>
            <ac:spMk id="13" creationId="{71443425-D5E1-386D-29D1-65D3DA6EA3DF}"/>
          </ac:spMkLst>
        </pc:spChg>
        <pc:spChg chg="mod">
          <ac:chgData name="Harshini Kurapati" userId="9560231c53e69916" providerId="LiveId" clId="{1A9AD16B-1DE0-4CC9-BEBE-E0794F5A341D}" dt="2026-09-22T10:00:51.663" v="5"/>
          <ac:spMkLst>
            <pc:docMk/>
            <pc:sldMk cId="26077263" sldId="295"/>
            <ac:spMk id="15" creationId="{C94372AF-741E-13F0-7A49-5899AAA88E58}"/>
          </ac:spMkLst>
        </pc:spChg>
        <pc:grpChg chg="mod">
          <ac:chgData name="Harshini Kurapati" userId="9560231c53e69916" providerId="LiveId" clId="{1A9AD16B-1DE0-4CC9-BEBE-E0794F5A341D}" dt="2026-09-22T10:00:51.663" v="5"/>
          <ac:grpSpMkLst>
            <pc:docMk/>
            <pc:sldMk cId="26077263" sldId="295"/>
            <ac:grpSpMk id="2" creationId="{444C8BDC-1408-2F08-ECFE-24342F99259F}"/>
          </ac:grpSpMkLst>
        </pc:grpChg>
        <pc:picChg chg="mod">
          <ac:chgData name="Harshini Kurapati" userId="9560231c53e69916" providerId="LiveId" clId="{1A9AD16B-1DE0-4CC9-BEBE-E0794F5A341D}" dt="2026-09-22T10:00:51.663" v="5"/>
          <ac:picMkLst>
            <pc:docMk/>
            <pc:sldMk cId="26077263" sldId="295"/>
            <ac:picMk id="3" creationId="{486D7949-B407-1EA2-DD79-8A477F1C214A}"/>
          </ac:picMkLst>
        </pc:picChg>
        <pc:picChg chg="mod">
          <ac:chgData name="Harshini Kurapati" userId="9560231c53e69916" providerId="LiveId" clId="{1A9AD16B-1DE0-4CC9-BEBE-E0794F5A341D}" dt="2026-09-22T10:00:51.663" v="5"/>
          <ac:picMkLst>
            <pc:docMk/>
            <pc:sldMk cId="26077263" sldId="295"/>
            <ac:picMk id="4" creationId="{AF19115A-194D-B4F3-FDC6-80C7A9EAC643}"/>
          </ac:picMkLst>
        </pc:picChg>
        <pc:picChg chg="mod">
          <ac:chgData name="Harshini Kurapati" userId="9560231c53e69916" providerId="LiveId" clId="{1A9AD16B-1DE0-4CC9-BEBE-E0794F5A341D}" dt="2026-09-22T10:00:51.663" v="5"/>
          <ac:picMkLst>
            <pc:docMk/>
            <pc:sldMk cId="26077263" sldId="295"/>
            <ac:picMk id="5" creationId="{E665D128-267F-2426-96EF-5BA2DC13C642}"/>
          </ac:picMkLst>
        </pc:picChg>
        <pc:picChg chg="mod">
          <ac:chgData name="Harshini Kurapati" userId="9560231c53e69916" providerId="LiveId" clId="{1A9AD16B-1DE0-4CC9-BEBE-E0794F5A341D}" dt="2026-09-22T10:00:51.663" v="5"/>
          <ac:picMkLst>
            <pc:docMk/>
            <pc:sldMk cId="26077263" sldId="295"/>
            <ac:picMk id="17" creationId="{A1EEC003-D96B-9878-B867-CB3E416DA499}"/>
          </ac:picMkLst>
        </pc:picChg>
      </pc:sldChg>
      <pc:sldChg chg="addSp delSp modSp mod">
        <pc:chgData name="Harshini Kurapati" userId="9560231c53e69916" providerId="LiveId" clId="{1A9AD16B-1DE0-4CC9-BEBE-E0794F5A341D}" dt="2026-09-23T06:14:05.715" v="2160" actId="14100"/>
        <pc:sldMkLst>
          <pc:docMk/>
          <pc:sldMk cId="26077263" sldId="296"/>
        </pc:sldMkLst>
        <pc:spChg chg="mod">
          <ac:chgData name="Harshini Kurapati" userId="9560231c53e69916" providerId="LiveId" clId="{1A9AD16B-1DE0-4CC9-BEBE-E0794F5A341D}" dt="2026-09-22T10:00:51.663" v="5"/>
          <ac:spMkLst>
            <pc:docMk/>
            <pc:sldMk cId="26077263" sldId="296"/>
            <ac:spMk id="6" creationId="{CBF6A033-32D1-951A-E7A6-E89336F7E40B}"/>
          </ac:spMkLst>
        </pc:spChg>
        <pc:spChg chg="mod">
          <ac:chgData name="Harshini Kurapati" userId="9560231c53e69916" providerId="LiveId" clId="{1A9AD16B-1DE0-4CC9-BEBE-E0794F5A341D}" dt="2026-09-22T16:55:29.819" v="1644" actId="20577"/>
          <ac:spMkLst>
            <pc:docMk/>
            <pc:sldMk cId="26077263" sldId="296"/>
            <ac:spMk id="7" creationId="{0A3D4540-9EF3-DE22-0F98-4B4BAC3FACC2}"/>
          </ac:spMkLst>
        </pc:spChg>
        <pc:spChg chg="add mod">
          <ac:chgData name="Harshini Kurapati" userId="9560231c53e69916" providerId="LiveId" clId="{1A9AD16B-1DE0-4CC9-BEBE-E0794F5A341D}" dt="2026-09-23T06:12:14.512" v="2144" actId="255"/>
          <ac:spMkLst>
            <pc:docMk/>
            <pc:sldMk cId="26077263" sldId="296"/>
            <ac:spMk id="8" creationId="{875D5DC3-3576-2F3E-2740-18CBFB322B9A}"/>
          </ac:spMkLst>
        </pc:spChg>
        <pc:spChg chg="add mod">
          <ac:chgData name="Harshini Kurapati" userId="9560231c53e69916" providerId="LiveId" clId="{1A9AD16B-1DE0-4CC9-BEBE-E0794F5A341D}" dt="2026-09-23T06:14:05.715" v="2160" actId="14100"/>
          <ac:spMkLst>
            <pc:docMk/>
            <pc:sldMk cId="26077263" sldId="296"/>
            <ac:spMk id="10" creationId="{17A18A4B-C65B-CC0B-D643-133F3323C90A}"/>
          </ac:spMkLst>
        </pc:spChg>
        <pc:spChg chg="mod">
          <ac:chgData name="Harshini Kurapati" userId="9560231c53e69916" providerId="LiveId" clId="{1A9AD16B-1DE0-4CC9-BEBE-E0794F5A341D}" dt="2026-09-22T10:00:51.663" v="5"/>
          <ac:spMkLst>
            <pc:docMk/>
            <pc:sldMk cId="26077263" sldId="296"/>
            <ac:spMk id="15" creationId="{C94372AF-741E-13F0-7A49-5899AAA88E58}"/>
          </ac:spMkLst>
        </pc:spChg>
        <pc:grpChg chg="mod">
          <ac:chgData name="Harshini Kurapati" userId="9560231c53e69916" providerId="LiveId" clId="{1A9AD16B-1DE0-4CC9-BEBE-E0794F5A341D}" dt="2026-09-22T10:00:51.663" v="5"/>
          <ac:grpSpMkLst>
            <pc:docMk/>
            <pc:sldMk cId="26077263" sldId="296"/>
            <ac:grpSpMk id="2" creationId="{444C8BDC-1408-2F08-ECFE-24342F99259F}"/>
          </ac:grpSpMkLst>
        </pc:grpChg>
        <pc:picChg chg="mod">
          <ac:chgData name="Harshini Kurapati" userId="9560231c53e69916" providerId="LiveId" clId="{1A9AD16B-1DE0-4CC9-BEBE-E0794F5A341D}" dt="2026-09-22T10:00:51.663" v="5"/>
          <ac:picMkLst>
            <pc:docMk/>
            <pc:sldMk cId="26077263" sldId="296"/>
            <ac:picMk id="3" creationId="{486D7949-B407-1EA2-DD79-8A477F1C214A}"/>
          </ac:picMkLst>
        </pc:picChg>
        <pc:picChg chg="mod">
          <ac:chgData name="Harshini Kurapati" userId="9560231c53e69916" providerId="LiveId" clId="{1A9AD16B-1DE0-4CC9-BEBE-E0794F5A341D}" dt="2026-09-22T10:00:51.663" v="5"/>
          <ac:picMkLst>
            <pc:docMk/>
            <pc:sldMk cId="26077263" sldId="296"/>
            <ac:picMk id="4" creationId="{AF19115A-194D-B4F3-FDC6-80C7A9EAC643}"/>
          </ac:picMkLst>
        </pc:picChg>
        <pc:picChg chg="mod">
          <ac:chgData name="Harshini Kurapati" userId="9560231c53e69916" providerId="LiveId" clId="{1A9AD16B-1DE0-4CC9-BEBE-E0794F5A341D}" dt="2026-09-22T10:00:51.663" v="5"/>
          <ac:picMkLst>
            <pc:docMk/>
            <pc:sldMk cId="26077263" sldId="296"/>
            <ac:picMk id="5" creationId="{E665D128-267F-2426-96EF-5BA2DC13C642}"/>
          </ac:picMkLst>
        </pc:picChg>
        <pc:picChg chg="mod">
          <ac:chgData name="Harshini Kurapati" userId="9560231c53e69916" providerId="LiveId" clId="{1A9AD16B-1DE0-4CC9-BEBE-E0794F5A341D}" dt="2026-09-22T10:00:51.663" v="5"/>
          <ac:picMkLst>
            <pc:docMk/>
            <pc:sldMk cId="26077263" sldId="296"/>
            <ac:picMk id="17" creationId="{A1EEC003-D96B-9878-B867-CB3E416DA499}"/>
          </ac:picMkLst>
        </pc:picChg>
      </pc:sldChg>
      <pc:sldChg chg="addSp delSp modSp mod">
        <pc:chgData name="Harshini Kurapati" userId="9560231c53e69916" providerId="LiveId" clId="{1A9AD16B-1DE0-4CC9-BEBE-E0794F5A341D}" dt="2026-09-23T06:23:12.867" v="2194" actId="20577"/>
        <pc:sldMkLst>
          <pc:docMk/>
          <pc:sldMk cId="26077263" sldId="297"/>
        </pc:sldMkLst>
        <pc:spChg chg="mod">
          <ac:chgData name="Harshini Kurapati" userId="9560231c53e69916" providerId="LiveId" clId="{1A9AD16B-1DE0-4CC9-BEBE-E0794F5A341D}" dt="2026-09-22T10:00:51.663" v="5"/>
          <ac:spMkLst>
            <pc:docMk/>
            <pc:sldMk cId="26077263" sldId="297"/>
            <ac:spMk id="6" creationId="{CBF6A033-32D1-951A-E7A6-E89336F7E40B}"/>
          </ac:spMkLst>
        </pc:spChg>
        <pc:spChg chg="mod">
          <ac:chgData name="Harshini Kurapati" userId="9560231c53e69916" providerId="LiveId" clId="{1A9AD16B-1DE0-4CC9-BEBE-E0794F5A341D}" dt="2026-09-22T10:00:51.663" v="5"/>
          <ac:spMkLst>
            <pc:docMk/>
            <pc:sldMk cId="26077263" sldId="297"/>
            <ac:spMk id="7" creationId="{0A3D4540-9EF3-DE22-0F98-4B4BAC3FACC2}"/>
          </ac:spMkLst>
        </pc:spChg>
        <pc:spChg chg="add mod">
          <ac:chgData name="Harshini Kurapati" userId="9560231c53e69916" providerId="LiveId" clId="{1A9AD16B-1DE0-4CC9-BEBE-E0794F5A341D}" dt="2026-09-23T06:23:12.867" v="2194" actId="20577"/>
          <ac:spMkLst>
            <pc:docMk/>
            <pc:sldMk cId="26077263" sldId="297"/>
            <ac:spMk id="12" creationId="{87C73140-4F6D-4D20-344B-266B43F6668B}"/>
          </ac:spMkLst>
        </pc:spChg>
        <pc:spChg chg="mod">
          <ac:chgData name="Harshini Kurapati" userId="9560231c53e69916" providerId="LiveId" clId="{1A9AD16B-1DE0-4CC9-BEBE-E0794F5A341D}" dt="2026-09-22T10:00:51.663" v="5"/>
          <ac:spMkLst>
            <pc:docMk/>
            <pc:sldMk cId="26077263" sldId="297"/>
            <ac:spMk id="15" creationId="{C94372AF-741E-13F0-7A49-5899AAA88E58}"/>
          </ac:spMkLst>
        </pc:spChg>
        <pc:grpChg chg="mod">
          <ac:chgData name="Harshini Kurapati" userId="9560231c53e69916" providerId="LiveId" clId="{1A9AD16B-1DE0-4CC9-BEBE-E0794F5A341D}" dt="2026-09-22T10:00:51.663" v="5"/>
          <ac:grpSpMkLst>
            <pc:docMk/>
            <pc:sldMk cId="26077263" sldId="297"/>
            <ac:grpSpMk id="2" creationId="{444C8BDC-1408-2F08-ECFE-24342F99259F}"/>
          </ac:grpSpMkLst>
        </pc:grpChg>
        <pc:picChg chg="mod">
          <ac:chgData name="Harshini Kurapati" userId="9560231c53e69916" providerId="LiveId" clId="{1A9AD16B-1DE0-4CC9-BEBE-E0794F5A341D}" dt="2026-09-22T10:00:51.663" v="5"/>
          <ac:picMkLst>
            <pc:docMk/>
            <pc:sldMk cId="26077263" sldId="297"/>
            <ac:picMk id="3" creationId="{486D7949-B407-1EA2-DD79-8A477F1C214A}"/>
          </ac:picMkLst>
        </pc:picChg>
        <pc:picChg chg="mod">
          <ac:chgData name="Harshini Kurapati" userId="9560231c53e69916" providerId="LiveId" clId="{1A9AD16B-1DE0-4CC9-BEBE-E0794F5A341D}" dt="2026-09-22T10:00:51.663" v="5"/>
          <ac:picMkLst>
            <pc:docMk/>
            <pc:sldMk cId="26077263" sldId="297"/>
            <ac:picMk id="4" creationId="{AF19115A-194D-B4F3-FDC6-80C7A9EAC643}"/>
          </ac:picMkLst>
        </pc:picChg>
        <pc:picChg chg="mod">
          <ac:chgData name="Harshini Kurapati" userId="9560231c53e69916" providerId="LiveId" clId="{1A9AD16B-1DE0-4CC9-BEBE-E0794F5A341D}" dt="2026-09-22T10:00:51.663" v="5"/>
          <ac:picMkLst>
            <pc:docMk/>
            <pc:sldMk cId="26077263" sldId="297"/>
            <ac:picMk id="5" creationId="{E665D128-267F-2426-96EF-5BA2DC13C642}"/>
          </ac:picMkLst>
        </pc:picChg>
        <pc:picChg chg="mod">
          <ac:chgData name="Harshini Kurapati" userId="9560231c53e69916" providerId="LiveId" clId="{1A9AD16B-1DE0-4CC9-BEBE-E0794F5A341D}" dt="2026-09-22T10:00:51.663" v="5"/>
          <ac:picMkLst>
            <pc:docMk/>
            <pc:sldMk cId="26077263" sldId="297"/>
            <ac:picMk id="17" creationId="{A1EEC003-D96B-9878-B867-CB3E416DA499}"/>
          </ac:picMkLst>
        </pc:picChg>
      </pc:sldChg>
      <pc:sldChg chg="addSp delSp modSp mod">
        <pc:chgData name="Harshini Kurapati" userId="9560231c53e69916" providerId="LiveId" clId="{1A9AD16B-1DE0-4CC9-BEBE-E0794F5A341D}" dt="2026-09-23T06:21:56.826" v="2187" actId="20577"/>
        <pc:sldMkLst>
          <pc:docMk/>
          <pc:sldMk cId="26077263" sldId="299"/>
        </pc:sldMkLst>
        <pc:spChg chg="mod">
          <ac:chgData name="Harshini Kurapati" userId="9560231c53e69916" providerId="LiveId" clId="{1A9AD16B-1DE0-4CC9-BEBE-E0794F5A341D}" dt="2026-09-22T10:00:51.663" v="5"/>
          <ac:spMkLst>
            <pc:docMk/>
            <pc:sldMk cId="26077263" sldId="299"/>
            <ac:spMk id="6" creationId="{CBF6A033-32D1-951A-E7A6-E89336F7E40B}"/>
          </ac:spMkLst>
        </pc:spChg>
        <pc:spChg chg="mod">
          <ac:chgData name="Harshini Kurapati" userId="9560231c53e69916" providerId="LiveId" clId="{1A9AD16B-1DE0-4CC9-BEBE-E0794F5A341D}" dt="2026-09-22T10:00:51.663" v="5"/>
          <ac:spMkLst>
            <pc:docMk/>
            <pc:sldMk cId="26077263" sldId="299"/>
            <ac:spMk id="7" creationId="{0A3D4540-9EF3-DE22-0F98-4B4BAC3FACC2}"/>
          </ac:spMkLst>
        </pc:spChg>
        <pc:spChg chg="add mod">
          <ac:chgData name="Harshini Kurapati" userId="9560231c53e69916" providerId="LiveId" clId="{1A9AD16B-1DE0-4CC9-BEBE-E0794F5A341D}" dt="2026-09-23T06:21:56.826" v="2187" actId="20577"/>
          <ac:spMkLst>
            <pc:docMk/>
            <pc:sldMk cId="26077263" sldId="299"/>
            <ac:spMk id="8" creationId="{F6CB25F5-9884-32E9-8BC9-2B37F7F10580}"/>
          </ac:spMkLst>
        </pc:spChg>
        <pc:spChg chg="mod">
          <ac:chgData name="Harshini Kurapati" userId="9560231c53e69916" providerId="LiveId" clId="{1A9AD16B-1DE0-4CC9-BEBE-E0794F5A341D}" dt="2026-09-22T10:00:51.663" v="5"/>
          <ac:spMkLst>
            <pc:docMk/>
            <pc:sldMk cId="26077263" sldId="299"/>
            <ac:spMk id="15" creationId="{C94372AF-741E-13F0-7A49-5899AAA88E58}"/>
          </ac:spMkLst>
        </pc:spChg>
        <pc:grpChg chg="mod">
          <ac:chgData name="Harshini Kurapati" userId="9560231c53e69916" providerId="LiveId" clId="{1A9AD16B-1DE0-4CC9-BEBE-E0794F5A341D}" dt="2026-09-22T10:00:51.663" v="5"/>
          <ac:grpSpMkLst>
            <pc:docMk/>
            <pc:sldMk cId="26077263" sldId="299"/>
            <ac:grpSpMk id="2" creationId="{444C8BDC-1408-2F08-ECFE-24342F99259F}"/>
          </ac:grpSpMkLst>
        </pc:grpChg>
        <pc:picChg chg="mod">
          <ac:chgData name="Harshini Kurapati" userId="9560231c53e69916" providerId="LiveId" clId="{1A9AD16B-1DE0-4CC9-BEBE-E0794F5A341D}" dt="2026-09-22T10:00:51.663" v="5"/>
          <ac:picMkLst>
            <pc:docMk/>
            <pc:sldMk cId="26077263" sldId="299"/>
            <ac:picMk id="3" creationId="{486D7949-B407-1EA2-DD79-8A477F1C214A}"/>
          </ac:picMkLst>
        </pc:picChg>
        <pc:picChg chg="mod">
          <ac:chgData name="Harshini Kurapati" userId="9560231c53e69916" providerId="LiveId" clId="{1A9AD16B-1DE0-4CC9-BEBE-E0794F5A341D}" dt="2026-09-22T10:00:51.663" v="5"/>
          <ac:picMkLst>
            <pc:docMk/>
            <pc:sldMk cId="26077263" sldId="299"/>
            <ac:picMk id="4" creationId="{AF19115A-194D-B4F3-FDC6-80C7A9EAC643}"/>
          </ac:picMkLst>
        </pc:picChg>
        <pc:picChg chg="mod">
          <ac:chgData name="Harshini Kurapati" userId="9560231c53e69916" providerId="LiveId" clId="{1A9AD16B-1DE0-4CC9-BEBE-E0794F5A341D}" dt="2026-09-22T10:00:51.663" v="5"/>
          <ac:picMkLst>
            <pc:docMk/>
            <pc:sldMk cId="26077263" sldId="299"/>
            <ac:picMk id="5" creationId="{E665D128-267F-2426-96EF-5BA2DC13C642}"/>
          </ac:picMkLst>
        </pc:picChg>
        <pc:picChg chg="mod">
          <ac:chgData name="Harshini Kurapati" userId="9560231c53e69916" providerId="LiveId" clId="{1A9AD16B-1DE0-4CC9-BEBE-E0794F5A341D}" dt="2026-09-22T10:00:51.663" v="5"/>
          <ac:picMkLst>
            <pc:docMk/>
            <pc:sldMk cId="26077263" sldId="299"/>
            <ac:picMk id="17" creationId="{A1EEC003-D96B-9878-B867-CB3E416DA499}"/>
          </ac:picMkLst>
        </pc:picChg>
      </pc:sldChg>
      <pc:sldChg chg="addSp delSp modSp mod">
        <pc:chgData name="Harshini Kurapati" userId="9560231c53e69916" providerId="LiveId" clId="{1A9AD16B-1DE0-4CC9-BEBE-E0794F5A341D}" dt="2026-09-22T16:09:29.520" v="1326" actId="2711"/>
        <pc:sldMkLst>
          <pc:docMk/>
          <pc:sldMk cId="26077263" sldId="300"/>
        </pc:sldMkLst>
        <pc:spChg chg="mod">
          <ac:chgData name="Harshini Kurapati" userId="9560231c53e69916" providerId="LiveId" clId="{1A9AD16B-1DE0-4CC9-BEBE-E0794F5A341D}" dt="2026-09-22T10:00:51.663" v="5"/>
          <ac:spMkLst>
            <pc:docMk/>
            <pc:sldMk cId="26077263" sldId="300"/>
            <ac:spMk id="6" creationId="{CBF6A033-32D1-951A-E7A6-E89336F7E40B}"/>
          </ac:spMkLst>
        </pc:spChg>
        <pc:spChg chg="mod">
          <ac:chgData name="Harshini Kurapati" userId="9560231c53e69916" providerId="LiveId" clId="{1A9AD16B-1DE0-4CC9-BEBE-E0794F5A341D}" dt="2026-09-22T10:00:51.663" v="5"/>
          <ac:spMkLst>
            <pc:docMk/>
            <pc:sldMk cId="26077263" sldId="300"/>
            <ac:spMk id="7" creationId="{0A3D4540-9EF3-DE22-0F98-4B4BAC3FACC2}"/>
          </ac:spMkLst>
        </pc:spChg>
        <pc:spChg chg="add mod">
          <ac:chgData name="Harshini Kurapati" userId="9560231c53e69916" providerId="LiveId" clId="{1A9AD16B-1DE0-4CC9-BEBE-E0794F5A341D}" dt="2026-09-22T15:55:18.650" v="1087" actId="255"/>
          <ac:spMkLst>
            <pc:docMk/>
            <pc:sldMk cId="26077263" sldId="300"/>
            <ac:spMk id="8" creationId="{B0D49252-F22F-41D3-C8DD-222645189805}"/>
          </ac:spMkLst>
        </pc:spChg>
        <pc:spChg chg="mod">
          <ac:chgData name="Harshini Kurapati" userId="9560231c53e69916" providerId="LiveId" clId="{1A9AD16B-1DE0-4CC9-BEBE-E0794F5A341D}" dt="2026-09-22T10:00:51.663" v="5"/>
          <ac:spMkLst>
            <pc:docMk/>
            <pc:sldMk cId="26077263" sldId="300"/>
            <ac:spMk id="15" creationId="{C94372AF-741E-13F0-7A49-5899AAA88E58}"/>
          </ac:spMkLst>
        </pc:spChg>
        <pc:grpChg chg="mod">
          <ac:chgData name="Harshini Kurapati" userId="9560231c53e69916" providerId="LiveId" clId="{1A9AD16B-1DE0-4CC9-BEBE-E0794F5A341D}" dt="2026-09-22T10:00:51.663" v="5"/>
          <ac:grpSpMkLst>
            <pc:docMk/>
            <pc:sldMk cId="26077263" sldId="300"/>
            <ac:grpSpMk id="2" creationId="{444C8BDC-1408-2F08-ECFE-24342F99259F}"/>
          </ac:grpSpMkLst>
        </pc:grpChg>
        <pc:graphicFrameChg chg="add mod modGraphic">
          <ac:chgData name="Harshini Kurapati" userId="9560231c53e69916" providerId="LiveId" clId="{1A9AD16B-1DE0-4CC9-BEBE-E0794F5A341D}" dt="2026-09-22T16:09:29.520" v="1326" actId="2711"/>
          <ac:graphicFrameMkLst>
            <pc:docMk/>
            <pc:sldMk cId="26077263" sldId="300"/>
            <ac:graphicFrameMk id="12" creationId="{6B4C914A-EEDC-1CB5-273A-A618752A8459}"/>
          </ac:graphicFrameMkLst>
        </pc:graphicFrameChg>
        <pc:picChg chg="mod">
          <ac:chgData name="Harshini Kurapati" userId="9560231c53e69916" providerId="LiveId" clId="{1A9AD16B-1DE0-4CC9-BEBE-E0794F5A341D}" dt="2026-09-22T10:00:51.663" v="5"/>
          <ac:picMkLst>
            <pc:docMk/>
            <pc:sldMk cId="26077263" sldId="300"/>
            <ac:picMk id="3" creationId="{486D7949-B407-1EA2-DD79-8A477F1C214A}"/>
          </ac:picMkLst>
        </pc:picChg>
        <pc:picChg chg="mod">
          <ac:chgData name="Harshini Kurapati" userId="9560231c53e69916" providerId="LiveId" clId="{1A9AD16B-1DE0-4CC9-BEBE-E0794F5A341D}" dt="2026-09-22T10:00:51.663" v="5"/>
          <ac:picMkLst>
            <pc:docMk/>
            <pc:sldMk cId="26077263" sldId="300"/>
            <ac:picMk id="4" creationId="{AF19115A-194D-B4F3-FDC6-80C7A9EAC643}"/>
          </ac:picMkLst>
        </pc:picChg>
        <pc:picChg chg="mod">
          <ac:chgData name="Harshini Kurapati" userId="9560231c53e69916" providerId="LiveId" clId="{1A9AD16B-1DE0-4CC9-BEBE-E0794F5A341D}" dt="2026-09-22T10:00:51.663" v="5"/>
          <ac:picMkLst>
            <pc:docMk/>
            <pc:sldMk cId="26077263" sldId="300"/>
            <ac:picMk id="5" creationId="{E665D128-267F-2426-96EF-5BA2DC13C642}"/>
          </ac:picMkLst>
        </pc:picChg>
        <pc:picChg chg="mod">
          <ac:chgData name="Harshini Kurapati" userId="9560231c53e69916" providerId="LiveId" clId="{1A9AD16B-1DE0-4CC9-BEBE-E0794F5A341D}" dt="2026-09-22T10:00:51.663" v="5"/>
          <ac:picMkLst>
            <pc:docMk/>
            <pc:sldMk cId="26077263" sldId="300"/>
            <ac:picMk id="17" creationId="{A1EEC003-D96B-9878-B867-CB3E416DA499}"/>
          </ac:picMkLst>
        </pc:picChg>
      </pc:sldChg>
      <pc:sldChg chg="addSp delSp modSp new mod">
        <pc:chgData name="Harshini Kurapati" userId="9560231c53e69916" providerId="LiveId" clId="{1A9AD16B-1DE0-4CC9-BEBE-E0794F5A341D}" dt="2026-09-27T16:51:11.868" v="2218" actId="14100"/>
        <pc:sldMkLst>
          <pc:docMk/>
          <pc:sldMk cId="2354821011" sldId="301"/>
        </pc:sldMkLst>
        <pc:spChg chg="mod">
          <ac:chgData name="Harshini Kurapati" userId="9560231c53e69916" providerId="LiveId" clId="{1A9AD16B-1DE0-4CC9-BEBE-E0794F5A341D}" dt="2026-09-22T10:14:14.694" v="326" actId="20577"/>
          <ac:spMkLst>
            <pc:docMk/>
            <pc:sldMk cId="2354821011" sldId="301"/>
            <ac:spMk id="2" creationId="{12883653-2E63-EEC5-9627-550599A478BF}"/>
          </ac:spMkLst>
        </pc:spChg>
        <pc:spChg chg="add mod">
          <ac:chgData name="Harshini Kurapati" userId="9560231c53e69916" providerId="LiveId" clId="{1A9AD16B-1DE0-4CC9-BEBE-E0794F5A341D}" dt="2026-09-27T16:51:11.868" v="2218" actId="14100"/>
          <ac:spMkLst>
            <pc:docMk/>
            <pc:sldMk cId="2354821011" sldId="301"/>
            <ac:spMk id="11" creationId="{607D43A8-7DF7-41D9-0F8E-2BB9CF5C73CA}"/>
          </ac:spMkLst>
        </pc:spChg>
        <pc:spChg chg="mod">
          <ac:chgData name="Harshini Kurapati" userId="9560231c53e69916" providerId="LiveId" clId="{1A9AD16B-1DE0-4CC9-BEBE-E0794F5A341D}" dt="2026-09-22T10:15:04.324" v="382" actId="207"/>
          <ac:spMkLst>
            <pc:docMk/>
            <pc:sldMk cId="2354821011" sldId="301"/>
            <ac:spMk id="16" creationId="{C58DED2E-2F2D-C7D4-6317-53F456510999}"/>
          </ac:spMkLst>
        </pc:spChg>
        <pc:grpChg chg="add mod">
          <ac:chgData name="Harshini Kurapati" userId="9560231c53e69916" providerId="LiveId" clId="{1A9AD16B-1DE0-4CC9-BEBE-E0794F5A341D}" dt="2026-09-22T10:14:31.243" v="327"/>
          <ac:grpSpMkLst>
            <pc:docMk/>
            <pc:sldMk cId="2354821011" sldId="301"/>
            <ac:grpSpMk id="12" creationId="{D45BDF22-F30A-36EF-A2F5-4D0539499158}"/>
          </ac:grpSpMkLst>
        </pc:grpChg>
        <pc:picChg chg="add">
          <ac:chgData name="Harshini Kurapati" userId="9560231c53e69916" providerId="LiveId" clId="{1A9AD16B-1DE0-4CC9-BEBE-E0794F5A341D}" dt="2026-09-22T10:11:43.626" v="269" actId="22"/>
          <ac:picMkLst>
            <pc:docMk/>
            <pc:sldMk cId="2354821011" sldId="301"/>
            <ac:picMk id="4" creationId="{A1C352A9-CC52-5134-979F-D75B8ABE34D8}"/>
          </ac:picMkLst>
        </pc:picChg>
        <pc:picChg chg="mod">
          <ac:chgData name="Harshini Kurapati" userId="9560231c53e69916" providerId="LiveId" clId="{1A9AD16B-1DE0-4CC9-BEBE-E0794F5A341D}" dt="2026-09-22T10:14:31.243" v="327"/>
          <ac:picMkLst>
            <pc:docMk/>
            <pc:sldMk cId="2354821011" sldId="301"/>
            <ac:picMk id="13" creationId="{47979285-FE2F-0DF3-3362-276891553FAF}"/>
          </ac:picMkLst>
        </pc:picChg>
        <pc:picChg chg="mod">
          <ac:chgData name="Harshini Kurapati" userId="9560231c53e69916" providerId="LiveId" clId="{1A9AD16B-1DE0-4CC9-BEBE-E0794F5A341D}" dt="2026-09-22T10:14:31.243" v="327"/>
          <ac:picMkLst>
            <pc:docMk/>
            <pc:sldMk cId="2354821011" sldId="301"/>
            <ac:picMk id="14" creationId="{AEBEFFF6-38E3-3CDD-A338-CAC914977653}"/>
          </ac:picMkLst>
        </pc:picChg>
        <pc:picChg chg="mod">
          <ac:chgData name="Harshini Kurapati" userId="9560231c53e69916" providerId="LiveId" clId="{1A9AD16B-1DE0-4CC9-BEBE-E0794F5A341D}" dt="2026-09-22T10:14:31.243" v="327"/>
          <ac:picMkLst>
            <pc:docMk/>
            <pc:sldMk cId="2354821011" sldId="301"/>
            <ac:picMk id="15" creationId="{2558C625-6461-13CA-EEEF-8E9CDD3AA6A4}"/>
          </ac:picMkLst>
        </pc:picChg>
      </pc:sldChg>
      <pc:sldMasterChg chg="modSp modSldLayout">
        <pc:chgData name="Harshini Kurapati" userId="9560231c53e69916" providerId="LiveId" clId="{1A9AD16B-1DE0-4CC9-BEBE-E0794F5A341D}" dt="2026-09-22T10:00:51.663" v="5"/>
        <pc:sldMasterMkLst>
          <pc:docMk/>
          <pc:sldMasterMk cId="0" sldId="2147483648"/>
        </pc:sldMasterMkLst>
        <pc:spChg chg="mod">
          <ac:chgData name="Harshini Kurapati" userId="9560231c53e69916" providerId="LiveId" clId="{1A9AD16B-1DE0-4CC9-BEBE-E0794F5A341D}" dt="2026-09-22T10:00:51.663" v="5"/>
          <ac:spMkLst>
            <pc:docMk/>
            <pc:sldMasterMk cId="0" sldId="2147483648"/>
            <ac:spMk id="2" creationId="{00000000-0000-0000-0000-000000000000}"/>
          </ac:spMkLst>
        </pc:spChg>
        <pc:spChg chg="mod">
          <ac:chgData name="Harshini Kurapati" userId="9560231c53e69916" providerId="LiveId" clId="{1A9AD16B-1DE0-4CC9-BEBE-E0794F5A341D}" dt="2026-09-22T10:00:51.663" v="5"/>
          <ac:spMkLst>
            <pc:docMk/>
            <pc:sldMasterMk cId="0" sldId="2147483648"/>
            <ac:spMk id="3" creationId="{00000000-0000-0000-0000-000000000000}"/>
          </ac:spMkLst>
        </pc:spChg>
        <pc:spChg chg="mod">
          <ac:chgData name="Harshini Kurapati" userId="9560231c53e69916" providerId="LiveId" clId="{1A9AD16B-1DE0-4CC9-BEBE-E0794F5A341D}" dt="2026-09-22T10:00:51.663" v="5"/>
          <ac:spMkLst>
            <pc:docMk/>
            <pc:sldMasterMk cId="0" sldId="2147483648"/>
            <ac:spMk id="4" creationId="{00000000-0000-0000-0000-000000000000}"/>
          </ac:spMkLst>
        </pc:spChg>
        <pc:spChg chg="mod">
          <ac:chgData name="Harshini Kurapati" userId="9560231c53e69916" providerId="LiveId" clId="{1A9AD16B-1DE0-4CC9-BEBE-E0794F5A341D}" dt="2026-09-22T10:00:51.663" v="5"/>
          <ac:spMkLst>
            <pc:docMk/>
            <pc:sldMasterMk cId="0" sldId="2147483648"/>
            <ac:spMk id="5" creationId="{00000000-0000-0000-0000-000000000000}"/>
          </ac:spMkLst>
        </pc:spChg>
        <pc:spChg chg="mod">
          <ac:chgData name="Harshini Kurapati" userId="9560231c53e69916" providerId="LiveId" clId="{1A9AD16B-1DE0-4CC9-BEBE-E0794F5A341D}" dt="2026-09-22T10:00:51.663" v="5"/>
          <ac:spMkLst>
            <pc:docMk/>
            <pc:sldMasterMk cId="0" sldId="2147483648"/>
            <ac:spMk id="6" creationId="{00000000-0000-0000-0000-000000000000}"/>
          </ac:spMkLst>
        </pc:spChg>
        <pc:sldLayoutChg chg="modSp">
          <pc:chgData name="Harshini Kurapati" userId="9560231c53e69916" providerId="LiveId" clId="{1A9AD16B-1DE0-4CC9-BEBE-E0794F5A341D}" dt="2026-09-22T10:00:51.663" v="5"/>
          <pc:sldLayoutMkLst>
            <pc:docMk/>
            <pc:sldMasterMk cId="0" sldId="2147483648"/>
            <pc:sldLayoutMk cId="0" sldId="2147483661"/>
          </pc:sldLayoutMkLst>
          <pc:spChg chg="mod">
            <ac:chgData name="Harshini Kurapati" userId="9560231c53e69916" providerId="LiveId" clId="{1A9AD16B-1DE0-4CC9-BEBE-E0794F5A341D}" dt="2026-09-22T10:00:51.663" v="5"/>
            <ac:spMkLst>
              <pc:docMk/>
              <pc:sldMasterMk cId="0" sldId="2147483648"/>
              <pc:sldLayoutMk cId="0" sldId="2147483661"/>
              <ac:spMk id="2" creationId="{00000000-0000-0000-0000-000000000000}"/>
            </ac:spMkLst>
          </pc:spChg>
          <pc:spChg chg="mod">
            <ac:chgData name="Harshini Kurapati" userId="9560231c53e69916" providerId="LiveId" clId="{1A9AD16B-1DE0-4CC9-BEBE-E0794F5A341D}" dt="2026-09-22T10:00:51.663" v="5"/>
            <ac:spMkLst>
              <pc:docMk/>
              <pc:sldMasterMk cId="0" sldId="2147483648"/>
              <pc:sldLayoutMk cId="0" sldId="2147483661"/>
              <ac:spMk id="3" creationId="{00000000-0000-0000-0000-000000000000}"/>
            </ac:spMkLst>
          </pc:spChg>
        </pc:sldLayoutChg>
        <pc:sldLayoutChg chg="modSp">
          <pc:chgData name="Harshini Kurapati" userId="9560231c53e69916" providerId="LiveId" clId="{1A9AD16B-1DE0-4CC9-BEBE-E0794F5A341D}" dt="2026-09-22T10:00:51.663" v="5"/>
          <pc:sldLayoutMkLst>
            <pc:docMk/>
            <pc:sldMasterMk cId="0" sldId="2147483648"/>
            <pc:sldLayoutMk cId="0" sldId="2147483663"/>
          </pc:sldLayoutMkLst>
          <pc:spChg chg="mod">
            <ac:chgData name="Harshini Kurapati" userId="9560231c53e69916" providerId="LiveId" clId="{1A9AD16B-1DE0-4CC9-BEBE-E0794F5A341D}" dt="2026-09-22T10:00:51.663" v="5"/>
            <ac:spMkLst>
              <pc:docMk/>
              <pc:sldMasterMk cId="0" sldId="2147483648"/>
              <pc:sldLayoutMk cId="0" sldId="2147483663"/>
              <ac:spMk id="3" creationId="{00000000-0000-0000-0000-000000000000}"/>
            </ac:spMkLst>
          </pc:spChg>
          <pc:spChg chg="mod">
            <ac:chgData name="Harshini Kurapati" userId="9560231c53e69916" providerId="LiveId" clId="{1A9AD16B-1DE0-4CC9-BEBE-E0794F5A341D}" dt="2026-09-22T10:00:51.663" v="5"/>
            <ac:spMkLst>
              <pc:docMk/>
              <pc:sldMasterMk cId="0" sldId="2147483648"/>
              <pc:sldLayoutMk cId="0" sldId="2147483663"/>
              <ac:spMk id="4" creationId="{00000000-0000-0000-0000-000000000000}"/>
            </ac:spMkLst>
          </pc:spChg>
        </pc:sldLayoutChg>
        <pc:sldLayoutChg chg="modSp">
          <pc:chgData name="Harshini Kurapati" userId="9560231c53e69916" providerId="LiveId" clId="{1A9AD16B-1DE0-4CC9-BEBE-E0794F5A341D}" dt="2026-09-22T10:00:51.663" v="5"/>
          <pc:sldLayoutMkLst>
            <pc:docMk/>
            <pc:sldMasterMk cId="0" sldId="2147483648"/>
            <pc:sldLayoutMk cId="0" sldId="2147483665"/>
          </pc:sldLayoutMkLst>
          <pc:spChg chg="mod">
            <ac:chgData name="Harshini Kurapati" userId="9560231c53e69916" providerId="LiveId" clId="{1A9AD16B-1DE0-4CC9-BEBE-E0794F5A341D}" dt="2026-09-22T10:00:51.663" v="5"/>
            <ac:spMkLst>
              <pc:docMk/>
              <pc:sldMasterMk cId="0" sldId="2147483648"/>
              <pc:sldLayoutMk cId="0" sldId="2147483665"/>
              <ac:spMk id="19" creationId="{00000000-0000-0000-0000-000000000000}"/>
            </ac:spMkLst>
          </pc:spChg>
          <pc:picChg chg="mod">
            <ac:chgData name="Harshini Kurapati" userId="9560231c53e69916" providerId="LiveId" clId="{1A9AD16B-1DE0-4CC9-BEBE-E0794F5A341D}" dt="2026-09-22T10:00:51.663" v="5"/>
            <ac:picMkLst>
              <pc:docMk/>
              <pc:sldMasterMk cId="0" sldId="2147483648"/>
              <pc:sldLayoutMk cId="0" sldId="2147483665"/>
              <ac:picMk id="16" creationId="{00000000-0000-0000-0000-000000000000}"/>
            </ac:picMkLst>
          </pc:picChg>
          <pc:picChg chg="mod">
            <ac:chgData name="Harshini Kurapati" userId="9560231c53e69916" providerId="LiveId" clId="{1A9AD16B-1DE0-4CC9-BEBE-E0794F5A341D}" dt="2026-09-22T10:00:51.663" v="5"/>
            <ac:picMkLst>
              <pc:docMk/>
              <pc:sldMasterMk cId="0" sldId="2147483648"/>
              <pc:sldLayoutMk cId="0" sldId="2147483665"/>
              <ac:picMk id="17" creationId="{00000000-0000-0000-0000-000000000000}"/>
            </ac:picMkLst>
          </pc:picChg>
          <pc:picChg chg="mod">
            <ac:chgData name="Harshini Kurapati" userId="9560231c53e69916" providerId="LiveId" clId="{1A9AD16B-1DE0-4CC9-BEBE-E0794F5A341D}" dt="2026-09-22T10:00:51.663" v="5"/>
            <ac:picMkLst>
              <pc:docMk/>
              <pc:sldMasterMk cId="0" sldId="2147483648"/>
              <pc:sldLayoutMk cId="0" sldId="2147483665"/>
              <ac:picMk id="18" creationId="{00000000-0000-0000-0000-000000000000}"/>
            </ac:picMkLst>
          </pc:picChg>
          <pc:picChg chg="mod">
            <ac:chgData name="Harshini Kurapati" userId="9560231c53e69916" providerId="LiveId" clId="{1A9AD16B-1DE0-4CC9-BEBE-E0794F5A341D}" dt="2026-09-22T10:00:51.663" v="5"/>
            <ac:picMkLst>
              <pc:docMk/>
              <pc:sldMasterMk cId="0" sldId="2147483648"/>
              <pc:sldLayoutMk cId="0" sldId="2147483665"/>
              <ac:picMk id="20" creationId="{00000000-0000-0000-0000-000000000000}"/>
            </ac:picMkLst>
          </pc:pic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0B419B0A-DB98-47ED-A0D2-B47FD394FE07}" type="datetimeFigureOut">
              <a:rPr lang="en-IN" smtClean="0"/>
              <a:t>27-09-2026</a:t>
            </a:fld>
            <a:endParaRPr lang="en-IN"/>
          </a:p>
        </p:txBody>
      </p:sp>
      <p:sp>
        <p:nvSpPr>
          <p:cNvPr id="4" name="Slide Image Placeholder 3"/>
          <p:cNvSpPr>
            <a:spLocks noGrp="1" noRot="1" noChangeAspect="1"/>
          </p:cNvSpPr>
          <p:nvPr>
            <p:ph type="sldImg" idx="2"/>
          </p:nvPr>
        </p:nvSpPr>
        <p:spPr>
          <a:xfrm>
            <a:off x="2698750" y="971550"/>
            <a:ext cx="4660900" cy="26225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006475" y="3740150"/>
            <a:ext cx="8045450" cy="306070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383463"/>
            <a:ext cx="4359275" cy="3889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697538" y="7383463"/>
            <a:ext cx="4359275" cy="388937"/>
          </a:xfrm>
          <a:prstGeom prst="rect">
            <a:avLst/>
          </a:prstGeom>
        </p:spPr>
        <p:txBody>
          <a:bodyPr vert="horz" lIns="91440" tIns="45720" rIns="91440" bIns="45720" rtlCol="0" anchor="b"/>
          <a:lstStyle>
            <a:lvl1pPr algn="r">
              <a:defRPr sz="1200"/>
            </a:lvl1pPr>
          </a:lstStyle>
          <a:p>
            <a:fld id="{67E471F2-2083-493A-8C9E-53209FFA1EC8}" type="slidenum">
              <a:rPr lang="en-IN" smtClean="0"/>
              <a:t>‹#›</a:t>
            </a:fld>
            <a:endParaRPr lang="en-IN"/>
          </a:p>
        </p:txBody>
      </p:sp>
    </p:spTree>
    <p:extLst>
      <p:ext uri="{BB962C8B-B14F-4D97-AF65-F5344CB8AC3E}">
        <p14:creationId xmlns:p14="http://schemas.microsoft.com/office/powerpoint/2010/main" val="446813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36320" y="2409444"/>
            <a:ext cx="11744960" cy="353943"/>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subTitle" idx="4"/>
          </p:nvPr>
        </p:nvSpPr>
        <p:spPr>
          <a:xfrm>
            <a:off x="2072640" y="4352544"/>
            <a:ext cx="9672320" cy="300082"/>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p:txBody>
          <a:bodyPr lIns="0" tIns="0" rIns="0" bIns="0"/>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sz="half" idx="2"/>
          </p:nvPr>
        </p:nvSpPr>
        <p:spPr>
          <a:xfrm>
            <a:off x="690880" y="1787652"/>
            <a:ext cx="6010656" cy="30008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116064" y="1787652"/>
            <a:ext cx="6010656" cy="30008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637734" y="258723"/>
            <a:ext cx="6321068" cy="704793"/>
          </a:xfrm>
          <a:prstGeom prst="rect">
            <a:avLst/>
          </a:prstGeom>
        </p:spPr>
      </p:pic>
      <p:pic>
        <p:nvPicPr>
          <p:cNvPr id="17" name="bg object 17"/>
          <p:cNvPicPr/>
          <p:nvPr/>
        </p:nvPicPr>
        <p:blipFill>
          <a:blip r:embed="rId3" cstate="print"/>
          <a:stretch>
            <a:fillRect/>
          </a:stretch>
        </p:blipFill>
        <p:spPr>
          <a:xfrm>
            <a:off x="3475991" y="125730"/>
            <a:ext cx="6865619" cy="1045130"/>
          </a:xfrm>
          <a:prstGeom prst="rect">
            <a:avLst/>
          </a:prstGeom>
        </p:spPr>
      </p:pic>
      <p:pic>
        <p:nvPicPr>
          <p:cNvPr id="18" name="bg object 18"/>
          <p:cNvPicPr/>
          <p:nvPr/>
        </p:nvPicPr>
        <p:blipFill>
          <a:blip r:embed="rId4" cstate="print"/>
          <a:stretch>
            <a:fillRect/>
          </a:stretch>
        </p:blipFill>
        <p:spPr>
          <a:xfrm>
            <a:off x="3659505" y="251408"/>
            <a:ext cx="6288159" cy="506849"/>
          </a:xfrm>
          <a:prstGeom prst="rect">
            <a:avLst/>
          </a:prstGeom>
        </p:spPr>
      </p:pic>
      <p:sp>
        <p:nvSpPr>
          <p:cNvPr id="19" name="bg object 19"/>
          <p:cNvSpPr/>
          <p:nvPr/>
        </p:nvSpPr>
        <p:spPr>
          <a:xfrm>
            <a:off x="3735070" y="290751"/>
            <a:ext cx="6142900" cy="400685"/>
          </a:xfrm>
          <a:custGeom>
            <a:avLst/>
            <a:gdLst/>
            <a:ahLst/>
            <a:cxnLst/>
            <a:rect l="l" t="t" r="r" b="b"/>
            <a:pathLst>
              <a:path w="4471670" h="400684">
                <a:moveTo>
                  <a:pt x="4386510" y="0"/>
                </a:moveTo>
                <a:lnTo>
                  <a:pt x="84762" y="0"/>
                </a:lnTo>
                <a:lnTo>
                  <a:pt x="51758" y="5238"/>
                </a:lnTo>
                <a:lnTo>
                  <a:pt x="24831" y="19592"/>
                </a:lnTo>
                <a:lnTo>
                  <a:pt x="6705" y="40757"/>
                </a:lnTo>
                <a:lnTo>
                  <a:pt x="0" y="66741"/>
                </a:lnTo>
                <a:lnTo>
                  <a:pt x="0" y="333813"/>
                </a:lnTo>
                <a:lnTo>
                  <a:pt x="6705" y="359797"/>
                </a:lnTo>
                <a:lnTo>
                  <a:pt x="24831" y="381066"/>
                </a:lnTo>
                <a:lnTo>
                  <a:pt x="51758" y="395316"/>
                </a:lnTo>
                <a:lnTo>
                  <a:pt x="84762" y="400554"/>
                </a:lnTo>
                <a:lnTo>
                  <a:pt x="4386510" y="400554"/>
                </a:lnTo>
                <a:lnTo>
                  <a:pt x="4419514" y="395316"/>
                </a:lnTo>
                <a:lnTo>
                  <a:pt x="4446441" y="381066"/>
                </a:lnTo>
                <a:lnTo>
                  <a:pt x="4464567" y="359797"/>
                </a:lnTo>
                <a:lnTo>
                  <a:pt x="4471273" y="333813"/>
                </a:lnTo>
                <a:lnTo>
                  <a:pt x="4471273" y="66741"/>
                </a:lnTo>
                <a:lnTo>
                  <a:pt x="4464567" y="40757"/>
                </a:lnTo>
                <a:lnTo>
                  <a:pt x="4446441" y="19592"/>
                </a:lnTo>
                <a:lnTo>
                  <a:pt x="4419514" y="5238"/>
                </a:lnTo>
                <a:lnTo>
                  <a:pt x="4386510" y="0"/>
                </a:lnTo>
                <a:close/>
              </a:path>
            </a:pathLst>
          </a:custGeom>
          <a:solidFill>
            <a:srgbClr val="FF6600"/>
          </a:solidFill>
        </p:spPr>
        <p:txBody>
          <a:bodyPr wrap="square" lIns="0" tIns="0" rIns="0" bIns="0" rtlCol="0"/>
          <a:lstStyle/>
          <a:p>
            <a:endParaRPr/>
          </a:p>
        </p:txBody>
      </p:sp>
      <p:pic>
        <p:nvPicPr>
          <p:cNvPr id="20" name="bg object 20"/>
          <p:cNvPicPr/>
          <p:nvPr/>
        </p:nvPicPr>
        <p:blipFill>
          <a:blip r:embed="rId5" cstate="print"/>
          <a:stretch>
            <a:fillRect/>
          </a:stretch>
        </p:blipFill>
        <p:spPr>
          <a:xfrm>
            <a:off x="4523105" y="282840"/>
            <a:ext cx="4636524" cy="569714"/>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62747" y="881554"/>
            <a:ext cx="3473591" cy="353943"/>
          </a:xfrm>
          <a:prstGeom prst="rect">
            <a:avLst/>
          </a:prstGeom>
        </p:spPr>
        <p:txBody>
          <a:bodyPr wrap="square" lIns="0" tIns="0" rIns="0" bIns="0">
            <a:spAutoFit/>
          </a:bodyPr>
          <a:lstStyle>
            <a:lvl1pPr>
              <a:defRPr sz="2300" b="1" i="0">
                <a:solidFill>
                  <a:srgbClr val="375F92"/>
                </a:solidFill>
                <a:latin typeface="Palatino Linotype"/>
                <a:cs typeface="Palatino Linotype"/>
              </a:defRPr>
            </a:lvl1pPr>
          </a:lstStyle>
          <a:p>
            <a:endParaRPr/>
          </a:p>
        </p:txBody>
      </p:sp>
      <p:sp>
        <p:nvSpPr>
          <p:cNvPr id="3" name="Holder 3"/>
          <p:cNvSpPr>
            <a:spLocks noGrp="1"/>
          </p:cNvSpPr>
          <p:nvPr>
            <p:ph type="body" idx="1"/>
          </p:nvPr>
        </p:nvSpPr>
        <p:spPr>
          <a:xfrm>
            <a:off x="853350" y="1409150"/>
            <a:ext cx="12293651" cy="300082"/>
          </a:xfrm>
          <a:prstGeom prst="rect">
            <a:avLst/>
          </a:prstGeom>
        </p:spPr>
        <p:txBody>
          <a:bodyPr wrap="square" lIns="0" tIns="0" rIns="0" bIns="0">
            <a:spAutoFit/>
          </a:bodyPr>
          <a:lstStyle>
            <a:lvl1pPr>
              <a:defRPr sz="1950" b="1" i="0">
                <a:solidFill>
                  <a:schemeClr val="tx1"/>
                </a:solidFill>
                <a:latin typeface="Palatino Linotype"/>
                <a:cs typeface="Palatino Linotype"/>
              </a:defRPr>
            </a:lvl1pPr>
          </a:lstStyle>
          <a:p>
            <a:endParaRPr/>
          </a:p>
        </p:txBody>
      </p:sp>
      <p:sp>
        <p:nvSpPr>
          <p:cNvPr id="4" name="Holder 4"/>
          <p:cNvSpPr>
            <a:spLocks noGrp="1"/>
          </p:cNvSpPr>
          <p:nvPr>
            <p:ph type="ftr" sz="quarter" idx="5"/>
          </p:nvPr>
        </p:nvSpPr>
        <p:spPr>
          <a:xfrm>
            <a:off x="4697984" y="7228332"/>
            <a:ext cx="4421632"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90880" y="7228332"/>
            <a:ext cx="3178048"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9/27/2026</a:t>
            </a:fld>
            <a:endParaRPr lang="en-US"/>
          </a:p>
        </p:txBody>
      </p:sp>
      <p:sp>
        <p:nvSpPr>
          <p:cNvPr id="6" name="Holder 6"/>
          <p:cNvSpPr>
            <a:spLocks noGrp="1"/>
          </p:cNvSpPr>
          <p:nvPr>
            <p:ph type="sldNum" sz="quarter" idx="7"/>
          </p:nvPr>
        </p:nvSpPr>
        <p:spPr>
          <a:xfrm>
            <a:off x="9948672" y="7228332"/>
            <a:ext cx="3178048"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5.xml"/><Relationship Id="rId5" Type="http://schemas.openxmlformats.org/officeDocument/2006/relationships/image" Target="../media/image8.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6" Type="http://schemas.openxmlformats.org/officeDocument/2006/relationships/hyperlink" Target="https://github.com/harshini-6667/University-Academic-Management-DBMS" TargetMode="Externa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6.jp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573569" y="211047"/>
            <a:ext cx="4610910" cy="628649"/>
          </a:xfrm>
          <a:prstGeom prst="rect">
            <a:avLst/>
          </a:prstGeom>
        </p:spPr>
      </p:pic>
      <p:sp>
        <p:nvSpPr>
          <p:cNvPr id="3" name="object 3"/>
          <p:cNvSpPr txBox="1">
            <a:spLocks noGrp="1"/>
          </p:cNvSpPr>
          <p:nvPr>
            <p:ph type="title"/>
          </p:nvPr>
        </p:nvSpPr>
        <p:spPr>
          <a:xfrm>
            <a:off x="3145225" y="1197216"/>
            <a:ext cx="7467599" cy="1053173"/>
          </a:xfrm>
          <a:prstGeom prst="rect">
            <a:avLst/>
          </a:prstGeom>
        </p:spPr>
        <p:txBody>
          <a:bodyPr vert="horz" wrap="square" lIns="0" tIns="11430" rIns="0" bIns="0" rtlCol="0">
            <a:spAutoFit/>
          </a:bodyPr>
          <a:lstStyle/>
          <a:p>
            <a:pPr marL="12700" algn="ctr">
              <a:lnSpc>
                <a:spcPct val="150000"/>
              </a:lnSpc>
              <a:spcBef>
                <a:spcPts val="90"/>
              </a:spcBef>
            </a:pPr>
            <a:r>
              <a:rPr lang="en-IN" sz="2400" spc="-10" dirty="0">
                <a:latin typeface="Times New Roman" panose="02020603050405020304" pitchFamily="18" charset="0"/>
                <a:cs typeface="Times New Roman" panose="02020603050405020304" pitchFamily="18" charset="0"/>
              </a:rPr>
              <a:t>Database Management Systems Cornerstone Project</a:t>
            </a:r>
            <a:br>
              <a:rPr lang="en-IN" sz="2400" spc="-10" dirty="0">
                <a:latin typeface="Times New Roman" panose="02020603050405020304" pitchFamily="18" charset="0"/>
                <a:cs typeface="Times New Roman" panose="02020603050405020304" pitchFamily="18" charset="0"/>
              </a:rPr>
            </a:br>
            <a:r>
              <a:rPr lang="en-IN" sz="2400" spc="-10" dirty="0">
                <a:latin typeface="Times New Roman" panose="02020603050405020304" pitchFamily="18" charset="0"/>
                <a:cs typeface="Times New Roman" panose="02020603050405020304" pitchFamily="18" charset="0"/>
              </a:rPr>
              <a:t>Final Review (Review I &amp; II)</a:t>
            </a:r>
            <a:endParaRPr sz="2400" spc="-10" dirty="0">
              <a:latin typeface="Times New Roman" panose="02020603050405020304" pitchFamily="18" charset="0"/>
              <a:cs typeface="Times New Roman" panose="02020603050405020304" pitchFamily="18" charset="0"/>
            </a:endParaRPr>
          </a:p>
        </p:txBody>
      </p:sp>
      <p:sp>
        <p:nvSpPr>
          <p:cNvPr id="4" name="object 4"/>
          <p:cNvSpPr txBox="1">
            <a:spLocks noGrp="1"/>
          </p:cNvSpPr>
          <p:nvPr>
            <p:ph type="body" idx="1"/>
          </p:nvPr>
        </p:nvSpPr>
        <p:spPr>
          <a:xfrm>
            <a:off x="2565400" y="2438400"/>
            <a:ext cx="8947706" cy="4325543"/>
          </a:xfrm>
          <a:prstGeom prst="rect">
            <a:avLst/>
          </a:prstGeom>
        </p:spPr>
        <p:txBody>
          <a:bodyPr vert="horz" wrap="square" lIns="0" tIns="16510" rIns="0" bIns="0" rtlCol="0">
            <a:spAutoFit/>
          </a:bodyPr>
          <a:lstStyle/>
          <a:p>
            <a:pPr algn="ctr">
              <a:spcBef>
                <a:spcPts val="130"/>
              </a:spcBef>
            </a:pPr>
            <a:r>
              <a:rPr lang="en-IN" sz="3200">
                <a:solidFill>
                  <a:schemeClr val="tx1">
                    <a:lumMod val="95000"/>
                    <a:lumOff val="5000"/>
                  </a:schemeClr>
                </a:solidFill>
                <a:latin typeface="Times New Roman" panose="02020603050405020304" pitchFamily="18" charset="0"/>
                <a:cs typeface="Times New Roman" panose="02020603050405020304" pitchFamily="18" charset="0"/>
              </a:rPr>
              <a:t>University Academic Management System</a:t>
            </a:r>
            <a:endParaRPr lang="en-IN" sz="32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ctr">
              <a:spcBef>
                <a:spcPts val="130"/>
              </a:spcBef>
            </a:pPr>
            <a:r>
              <a:rPr sz="2200">
                <a:solidFill>
                  <a:srgbClr val="FF0000"/>
                </a:solidFill>
                <a:latin typeface="Times New Roman" panose="02020603050405020304" pitchFamily="18" charset="0"/>
                <a:cs typeface="Times New Roman" panose="02020603050405020304" pitchFamily="18" charset="0"/>
              </a:rPr>
              <a:t>Presented</a:t>
            </a:r>
            <a:r>
              <a:rPr sz="2200" spc="80">
                <a:solidFill>
                  <a:srgbClr val="FF0000"/>
                </a:solidFill>
                <a:latin typeface="Times New Roman" panose="02020603050405020304" pitchFamily="18" charset="0"/>
                <a:cs typeface="Times New Roman" panose="02020603050405020304" pitchFamily="18" charset="0"/>
              </a:rPr>
              <a:t> </a:t>
            </a:r>
            <a:r>
              <a:rPr sz="2200" spc="-25" dirty="0">
                <a:solidFill>
                  <a:srgbClr val="FF0000"/>
                </a:solidFill>
                <a:latin typeface="Times New Roman" panose="02020603050405020304" pitchFamily="18" charset="0"/>
                <a:cs typeface="Times New Roman" panose="02020603050405020304" pitchFamily="18" charset="0"/>
              </a:rPr>
              <a:t>by</a:t>
            </a:r>
            <a:endParaRPr lang="en-IN" sz="2200" spc="-25" dirty="0">
              <a:solidFill>
                <a:srgbClr val="FF0000"/>
              </a:solidFill>
              <a:latin typeface="Times New Roman" panose="02020603050405020304" pitchFamily="18" charset="0"/>
              <a:cs typeface="Times New Roman" panose="02020603050405020304" pitchFamily="18" charset="0"/>
            </a:endParaRPr>
          </a:p>
          <a:p>
            <a:pPr algn="ctr">
              <a:spcBef>
                <a:spcPts val="130"/>
              </a:spcBef>
            </a:pPr>
            <a:endParaRPr lang="en-IN" sz="900" spc="-25" dirty="0">
              <a:solidFill>
                <a:srgbClr val="FF0000"/>
              </a:solidFill>
              <a:latin typeface="Times New Roman" panose="02020603050405020304" pitchFamily="18" charset="0"/>
              <a:cs typeface="Times New Roman" panose="02020603050405020304" pitchFamily="18" charset="0"/>
            </a:endParaRPr>
          </a:p>
          <a:p>
            <a:pPr marL="3810" algn="ctr">
              <a:spcBef>
                <a:spcPts val="750"/>
              </a:spcBef>
            </a:pPr>
            <a:r>
              <a:rPr lang="en-IN" sz="2000" spc="-10">
                <a:solidFill>
                  <a:schemeClr val="accent1">
                    <a:lumMod val="50000"/>
                  </a:schemeClr>
                </a:solidFill>
                <a:latin typeface="Times New Roman" panose="02020603050405020304" pitchFamily="18" charset="0"/>
                <a:cs typeface="Times New Roman" panose="02020603050405020304" pitchFamily="18" charset="0"/>
              </a:rPr>
              <a:t>K.Varun Kumar (25B11AI579)</a:t>
            </a:r>
          </a:p>
          <a:p>
            <a:pPr marL="3810" algn="ctr">
              <a:spcBef>
                <a:spcPts val="750"/>
              </a:spcBef>
            </a:pPr>
            <a:r>
              <a:rPr lang="en-IN" sz="2000" spc="-10">
                <a:solidFill>
                  <a:schemeClr val="accent1">
                    <a:lumMod val="50000"/>
                  </a:schemeClr>
                </a:solidFill>
                <a:latin typeface="Times New Roman" panose="02020603050405020304" pitchFamily="18" charset="0"/>
                <a:cs typeface="Times New Roman" panose="02020603050405020304" pitchFamily="18" charset="0"/>
              </a:rPr>
              <a:t>K.Dolly Supriya (25B11AI608)</a:t>
            </a:r>
          </a:p>
          <a:p>
            <a:pPr marL="3810" algn="ctr">
              <a:spcBef>
                <a:spcPts val="750"/>
              </a:spcBef>
            </a:pPr>
            <a:r>
              <a:rPr lang="en-IN" sz="2000" spc="-10">
                <a:solidFill>
                  <a:schemeClr val="accent1">
                    <a:lumMod val="50000"/>
                  </a:schemeClr>
                </a:solidFill>
                <a:latin typeface="Times New Roman" panose="02020603050405020304" pitchFamily="18" charset="0"/>
                <a:cs typeface="Times New Roman" panose="02020603050405020304" pitchFamily="18" charset="0"/>
              </a:rPr>
              <a:t>K.Harshini (25B11AI620)</a:t>
            </a:r>
          </a:p>
          <a:p>
            <a:pPr marL="3810" algn="ctr">
              <a:spcBef>
                <a:spcPts val="750"/>
              </a:spcBef>
            </a:pPr>
            <a:r>
              <a:rPr lang="en-IN" sz="2000" spc="-10">
                <a:solidFill>
                  <a:schemeClr val="accent1">
                    <a:lumMod val="50000"/>
                  </a:schemeClr>
                </a:solidFill>
                <a:latin typeface="Times New Roman" panose="02020603050405020304" pitchFamily="18" charset="0"/>
                <a:cs typeface="Times New Roman" panose="02020603050405020304" pitchFamily="18" charset="0"/>
              </a:rPr>
              <a:t>A.Jyoshna (25B11AI447)</a:t>
            </a:r>
          </a:p>
          <a:p>
            <a:pPr marL="3810" algn="ctr">
              <a:spcBef>
                <a:spcPts val="750"/>
              </a:spcBef>
            </a:pPr>
            <a:endParaRPr lang="en-IN" sz="1650" spc="-10" dirty="0">
              <a:latin typeface="Times New Roman" panose="02020603050405020304" pitchFamily="18" charset="0"/>
              <a:cs typeface="Times New Roman" panose="02020603050405020304" pitchFamily="18" charset="0"/>
            </a:endParaRPr>
          </a:p>
          <a:p>
            <a:pPr marL="1270" algn="ctr">
              <a:spcBef>
                <a:spcPts val="994"/>
              </a:spcBef>
            </a:pPr>
            <a:r>
              <a:rPr sz="2200" dirty="0">
                <a:solidFill>
                  <a:srgbClr val="943735"/>
                </a:solidFill>
                <a:latin typeface="Times New Roman" panose="02020603050405020304" pitchFamily="18" charset="0"/>
                <a:cs typeface="Times New Roman" panose="02020603050405020304" pitchFamily="18" charset="0"/>
              </a:rPr>
              <a:t>Department</a:t>
            </a:r>
            <a:r>
              <a:rPr sz="2200" spc="-60" dirty="0">
                <a:solidFill>
                  <a:srgbClr val="943735"/>
                </a:solidFill>
                <a:latin typeface="Times New Roman" panose="02020603050405020304" pitchFamily="18" charset="0"/>
                <a:cs typeface="Times New Roman" panose="02020603050405020304" pitchFamily="18" charset="0"/>
              </a:rPr>
              <a:t> </a:t>
            </a:r>
            <a:r>
              <a:rPr sz="2200" dirty="0">
                <a:solidFill>
                  <a:srgbClr val="943735"/>
                </a:solidFill>
                <a:latin typeface="Times New Roman" panose="02020603050405020304" pitchFamily="18" charset="0"/>
                <a:cs typeface="Times New Roman" panose="02020603050405020304" pitchFamily="18" charset="0"/>
              </a:rPr>
              <a:t>o</a:t>
            </a:r>
            <a:r>
              <a:rPr lang="en-US" sz="2200" dirty="0">
                <a:solidFill>
                  <a:srgbClr val="943735"/>
                </a:solidFill>
                <a:latin typeface="Times New Roman" panose="02020603050405020304" pitchFamily="18" charset="0"/>
                <a:cs typeface="Times New Roman" panose="02020603050405020304" pitchFamily="18" charset="0"/>
              </a:rPr>
              <a:t>f </a:t>
            </a:r>
            <a:r>
              <a:rPr lang="en-IN" sz="2200" dirty="0">
                <a:solidFill>
                  <a:srgbClr val="943735"/>
                </a:solidFill>
                <a:latin typeface="Times New Roman" panose="02020603050405020304" pitchFamily="18" charset="0"/>
                <a:cs typeface="Times New Roman" panose="02020603050405020304" pitchFamily="18" charset="0"/>
              </a:rPr>
              <a:t>Artificial Intelligence &amp; </a:t>
            </a:r>
            <a:r>
              <a:rPr lang="en-IN" sz="2200">
                <a:solidFill>
                  <a:srgbClr val="943735"/>
                </a:solidFill>
                <a:latin typeface="Times New Roman" panose="02020603050405020304" pitchFamily="18" charset="0"/>
                <a:cs typeface="Times New Roman" panose="02020603050405020304" pitchFamily="18" charset="0"/>
              </a:rPr>
              <a:t>Machine Learning</a:t>
            </a:r>
          </a:p>
          <a:p>
            <a:pPr marL="1270" algn="ctr">
              <a:spcBef>
                <a:spcPts val="994"/>
              </a:spcBef>
            </a:pPr>
            <a:r>
              <a:rPr lang="en-IN" sz="2200" spc="-10">
                <a:solidFill>
                  <a:schemeClr val="bg2">
                    <a:lumMod val="10000"/>
                  </a:schemeClr>
                </a:solidFill>
                <a:latin typeface="Times New Roman" panose="02020603050405020304" pitchFamily="18" charset="0"/>
                <a:cs typeface="Times New Roman" panose="02020603050405020304" pitchFamily="18" charset="0"/>
              </a:rPr>
              <a:t>Guide:Mrs.V.G.L.Narasamba</a:t>
            </a:r>
            <a:endParaRPr lang="en-IN" sz="2200" spc="-10" dirty="0">
              <a:solidFill>
                <a:schemeClr val="bg2">
                  <a:lumMod val="10000"/>
                </a:schemeClr>
              </a:solidFill>
              <a:latin typeface="Times New Roman" panose="02020603050405020304" pitchFamily="18" charset="0"/>
              <a:cs typeface="Times New Roman" panose="02020603050405020304" pitchFamily="18" charset="0"/>
            </a:endParaRPr>
          </a:p>
          <a:p>
            <a:pPr marL="1270" algn="ctr">
              <a:spcBef>
                <a:spcPts val="994"/>
              </a:spcBef>
            </a:pPr>
            <a:endParaRPr lang="en-IN" sz="1650" spc="-10" dirty="0">
              <a:solidFill>
                <a:srgbClr val="943735"/>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object 3"/>
          <p:cNvPicPr/>
          <p:nvPr/>
        </p:nvPicPr>
        <p:blipFill>
          <a:blip r:embed="rId2" cstate="print"/>
          <a:stretch>
            <a:fillRect/>
          </a:stretch>
        </p:blipFill>
        <p:spPr>
          <a:xfrm>
            <a:off x="2170350" y="204311"/>
            <a:ext cx="1163002" cy="424338"/>
          </a:xfrm>
          <a:prstGeom prst="rect">
            <a:avLst/>
          </a:prstGeom>
        </p:spPr>
      </p:pic>
      <p:sp>
        <p:nvSpPr>
          <p:cNvPr id="4" name="object 4"/>
          <p:cNvSpPr txBox="1"/>
          <p:nvPr/>
        </p:nvSpPr>
        <p:spPr>
          <a:xfrm>
            <a:off x="2579600" y="1497893"/>
            <a:ext cx="4100000" cy="4979568"/>
          </a:xfrm>
          <a:prstGeom prst="rect">
            <a:avLst/>
          </a:prstGeom>
        </p:spPr>
        <p:txBody>
          <a:bodyPr vert="horz" wrap="square" lIns="0" tIns="16510" rIns="0" bIns="0" rtlCol="0">
            <a:spAutoFit/>
          </a:bodyPr>
          <a:lstStyle/>
          <a:p>
            <a:pPr marL="389890" indent="-377190">
              <a:spcBef>
                <a:spcPts val="130"/>
              </a:spcBef>
              <a:buFont typeface="Cambria"/>
              <a:buAutoNum type="arabicPeriod"/>
              <a:tabLst>
                <a:tab pos="389890" algn="l"/>
              </a:tabLst>
            </a:pPr>
            <a:r>
              <a:rPr lang="en-IN" sz="2000" dirty="0">
                <a:latin typeface="Times New Roman" panose="02020603050405020304" pitchFamily="18" charset="0"/>
                <a:cs typeface="Times New Roman" panose="02020603050405020304" pitchFamily="18" charset="0"/>
              </a:rPr>
              <a:t>Abstract</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Finalize title, objectives &amp; problem statement</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Identify entities &amp; attributes</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Design ER diagram &amp; relationships</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Prepare relational database schema</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Define Primary &amp; Foreign Keys</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Create GitHub repo &amp; responsibilities</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Database creation &amp; constraints</a:t>
            </a:r>
          </a:p>
        </p:txBody>
      </p:sp>
      <p:sp>
        <p:nvSpPr>
          <p:cNvPr id="20" name="object 20"/>
          <p:cNvSpPr txBox="1"/>
          <p:nvPr/>
        </p:nvSpPr>
        <p:spPr>
          <a:xfrm>
            <a:off x="6979600" y="1497893"/>
            <a:ext cx="4100000" cy="3786934"/>
          </a:xfrm>
          <a:prstGeom prst="rect">
            <a:avLst/>
          </a:prstGeom>
        </p:spPr>
        <p:txBody>
          <a:bodyPr vert="horz" wrap="square" lIns="0" tIns="16510" rIns="0" bIns="0" rtlCol="0">
            <a:spAutoFit/>
          </a:bodyPr>
          <a:lstStyle/>
          <a:p>
            <a:pPr marL="389890" indent="-377190">
              <a:spcBef>
                <a:spcPts val="130"/>
              </a:spcBef>
              <a:buFont typeface="Cambria"/>
              <a:buAutoNum type="arabicPeriod" startAt="9"/>
              <a:tabLst>
                <a:tab pos="389890" algn="l"/>
              </a:tabLst>
            </a:pPr>
            <a:r>
              <a:rPr lang="en-IN" sz="2000" dirty="0">
                <a:latin typeface="Times New Roman" panose="02020603050405020304" pitchFamily="18" charset="0"/>
                <a:cs typeface="Times New Roman" panose="02020603050405020304" pitchFamily="18" charset="0"/>
              </a:rPr>
              <a:t>Insert sample data</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DDL, DML &amp; DQL operations</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CRUD operations &amp; SQL queries</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Data integrity &amp; validation</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Project documentation</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Demonstrate &amp; present database</a:t>
            </a:r>
          </a:p>
          <a:p>
            <a:pPr marL="389890" indent="-377190">
              <a:spcBef>
                <a:spcPts val="2060"/>
              </a:spcBef>
              <a:buAutoNum type="arabicPeriod"/>
              <a:tabLst>
                <a:tab pos="389890" algn="l"/>
              </a:tabLst>
            </a:pPr>
            <a:r>
              <a:rPr lang="en-IN" sz="2000" dirty="0">
                <a:latin typeface="Times New Roman" panose="02020603050405020304" pitchFamily="18" charset="0"/>
                <a:cs typeface="Times New Roman" panose="02020603050405020304" pitchFamily="18" charset="0"/>
              </a:rPr>
              <a:t>Conclusion</a:t>
            </a:r>
          </a:p>
        </p:txBody>
      </p:sp>
      <p:grpSp>
        <p:nvGrpSpPr>
          <p:cNvPr id="5" name="object 3"/>
          <p:cNvGrpSpPr/>
          <p:nvPr/>
        </p:nvGrpSpPr>
        <p:grpSpPr>
          <a:xfrm>
            <a:off x="4318000" y="33671"/>
            <a:ext cx="5334000" cy="1198311"/>
            <a:chOff x="2648188" y="47148"/>
            <a:chExt cx="5103904" cy="1198311"/>
          </a:xfrm>
        </p:grpSpPr>
        <p:pic>
          <p:nvPicPr>
            <p:cNvPr id="6" name="object 4"/>
            <p:cNvPicPr/>
            <p:nvPr/>
          </p:nvPicPr>
          <p:blipFill>
            <a:blip r:embed="rId3" cstate="print"/>
            <a:stretch>
              <a:fillRect/>
            </a:stretch>
          </p:blipFill>
          <p:spPr>
            <a:xfrm>
              <a:off x="2648188" y="47148"/>
              <a:ext cx="5103904" cy="1198311"/>
            </a:xfrm>
            <a:prstGeom prst="rect">
              <a:avLst/>
            </a:prstGeom>
          </p:spPr>
        </p:pic>
        <p:pic>
          <p:nvPicPr>
            <p:cNvPr id="7" name="object 5"/>
            <p:cNvPicPr/>
            <p:nvPr/>
          </p:nvPicPr>
          <p:blipFill>
            <a:blip r:embed="rId4" cstate="print"/>
            <a:stretch>
              <a:fillRect/>
            </a:stretch>
          </p:blipFill>
          <p:spPr>
            <a:xfrm>
              <a:off x="2703195" y="86439"/>
              <a:ext cx="4997767" cy="1092279"/>
            </a:xfrm>
            <a:prstGeom prst="rect">
              <a:avLst/>
            </a:prstGeom>
          </p:spPr>
        </p:pic>
        <p:pic>
          <p:nvPicPr>
            <p:cNvPr id="8" name="object 6"/>
            <p:cNvPicPr/>
            <p:nvPr/>
          </p:nvPicPr>
          <p:blipFill>
            <a:blip r:embed="rId5" cstate="print"/>
            <a:stretch>
              <a:fillRect/>
            </a:stretch>
          </p:blipFill>
          <p:spPr>
            <a:xfrm>
              <a:off x="2828925" y="243549"/>
              <a:ext cx="4585268" cy="522565"/>
            </a:xfrm>
            <a:prstGeom prst="rect">
              <a:avLst/>
            </a:prstGeom>
          </p:spPr>
        </p:pic>
        <p:sp>
          <p:nvSpPr>
            <p:cNvPr id="9" name="object 7"/>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0" name="object 9"/>
          <p:cNvSpPr txBox="1">
            <a:spLocks/>
          </p:cNvSpPr>
          <p:nvPr/>
        </p:nvSpPr>
        <p:spPr>
          <a:xfrm>
            <a:off x="5484143" y="286093"/>
            <a:ext cx="2853690" cy="355225"/>
          </a:xfrm>
          <a:prstGeom prst="rect">
            <a:avLst/>
          </a:prstGeom>
        </p:spPr>
        <p:txBody>
          <a:bodyPr vert="horz" wrap="square" lIns="0" tIns="16510" rIns="0" bIns="0" rtlCol="0">
            <a:spAutoFit/>
          </a:bodyPr>
          <a:lstStyle>
            <a:lvl1pPr>
              <a:defRPr>
                <a:latin typeface="+mj-lt"/>
                <a:ea typeface="+mj-ea"/>
                <a:cs typeface="+mj-cs"/>
              </a:defRPr>
            </a:lvl1pPr>
          </a:lstStyle>
          <a:p>
            <a:pPr marL="12700" algn="ctr">
              <a:spcBef>
                <a:spcPts val="130"/>
              </a:spcBef>
            </a:pPr>
            <a:r>
              <a:rPr lang="en-IN" sz="2200" b="1" dirty="0">
                <a:solidFill>
                  <a:schemeClr val="bg1"/>
                </a:solidFill>
                <a:latin typeface="Times New Roman" panose="02020603050405020304" pitchFamily="18" charset="0"/>
                <a:cs typeface="Times New Roman" panose="02020603050405020304" pitchFamily="18" charset="0"/>
              </a:rPr>
              <a:t>Presentation Outline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object 3">
            <a:extLst>
              <a:ext uri="{FF2B5EF4-FFF2-40B4-BE49-F238E27FC236}">
                <a16:creationId xmlns:a16="http://schemas.microsoft.com/office/drawing/2014/main" id="{2B9EFFBF-7726-ED21-BD6C-4021B49E4438}"/>
              </a:ext>
            </a:extLst>
          </p:cNvPr>
          <p:cNvGrpSpPr/>
          <p:nvPr/>
        </p:nvGrpSpPr>
        <p:grpSpPr>
          <a:xfrm>
            <a:off x="4546600" y="85009"/>
            <a:ext cx="5103904" cy="1198311"/>
            <a:chOff x="2648188" y="47148"/>
            <a:chExt cx="5103904" cy="1198311"/>
          </a:xfrm>
        </p:grpSpPr>
        <p:pic>
          <p:nvPicPr>
            <p:cNvPr id="5" name="object 4">
              <a:extLst>
                <a:ext uri="{FF2B5EF4-FFF2-40B4-BE49-F238E27FC236}">
                  <a16:creationId xmlns:a16="http://schemas.microsoft.com/office/drawing/2014/main" id="{5359EAE0-4827-E1C6-F87E-DCB8892B4005}"/>
                </a:ext>
              </a:extLst>
            </p:cNvPr>
            <p:cNvPicPr/>
            <p:nvPr/>
          </p:nvPicPr>
          <p:blipFill>
            <a:blip r:embed="rId2" cstate="print"/>
            <a:stretch>
              <a:fillRect/>
            </a:stretch>
          </p:blipFill>
          <p:spPr>
            <a:xfrm>
              <a:off x="2648188" y="47148"/>
              <a:ext cx="5103904" cy="1198311"/>
            </a:xfrm>
            <a:prstGeom prst="rect">
              <a:avLst/>
            </a:prstGeom>
          </p:spPr>
        </p:pic>
        <p:pic>
          <p:nvPicPr>
            <p:cNvPr id="6" name="object 5">
              <a:extLst>
                <a:ext uri="{FF2B5EF4-FFF2-40B4-BE49-F238E27FC236}">
                  <a16:creationId xmlns:a16="http://schemas.microsoft.com/office/drawing/2014/main" id="{F4EE5AF0-F0A0-481E-EB59-2A06E92AC7E1}"/>
                </a:ext>
              </a:extLst>
            </p:cNvPr>
            <p:cNvPicPr/>
            <p:nvPr/>
          </p:nvPicPr>
          <p:blipFill>
            <a:blip r:embed="rId3" cstate="print"/>
            <a:stretch>
              <a:fillRect/>
            </a:stretch>
          </p:blipFill>
          <p:spPr>
            <a:xfrm>
              <a:off x="2703195" y="86439"/>
              <a:ext cx="4997767" cy="1092279"/>
            </a:xfrm>
            <a:prstGeom prst="rect">
              <a:avLst/>
            </a:prstGeom>
          </p:spPr>
        </p:pic>
        <p:pic>
          <p:nvPicPr>
            <p:cNvPr id="7" name="object 6">
              <a:extLst>
                <a:ext uri="{FF2B5EF4-FFF2-40B4-BE49-F238E27FC236}">
                  <a16:creationId xmlns:a16="http://schemas.microsoft.com/office/drawing/2014/main" id="{5FC53D65-7751-C01A-F243-C971B8A54510}"/>
                </a:ext>
              </a:extLst>
            </p:cNvPr>
            <p:cNvPicPr/>
            <p:nvPr/>
          </p:nvPicPr>
          <p:blipFill>
            <a:blip r:embed="rId4" cstate="print"/>
            <a:stretch>
              <a:fillRect/>
            </a:stretch>
          </p:blipFill>
          <p:spPr>
            <a:xfrm>
              <a:off x="2828925" y="243549"/>
              <a:ext cx="4585268" cy="522565"/>
            </a:xfrm>
            <a:prstGeom prst="rect">
              <a:avLst/>
            </a:prstGeom>
          </p:spPr>
        </p:pic>
        <p:sp>
          <p:nvSpPr>
            <p:cNvPr id="8" name="object 7">
              <a:extLst>
                <a:ext uri="{FF2B5EF4-FFF2-40B4-BE49-F238E27FC236}">
                  <a16:creationId xmlns:a16="http://schemas.microsoft.com/office/drawing/2014/main" id="{92DCFA7B-7796-4FFE-22C4-D8D11B1128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15" name="TextBox 14">
            <a:extLst>
              <a:ext uri="{FF2B5EF4-FFF2-40B4-BE49-F238E27FC236}">
                <a16:creationId xmlns:a16="http://schemas.microsoft.com/office/drawing/2014/main" id="{D80E80D0-6F89-D49C-8F71-3B704975761E}"/>
              </a:ext>
            </a:extLst>
          </p:cNvPr>
          <p:cNvSpPr txBox="1"/>
          <p:nvPr/>
        </p:nvSpPr>
        <p:spPr>
          <a:xfrm>
            <a:off x="5834552" y="344897"/>
            <a:ext cx="5029200" cy="392415"/>
          </a:xfrm>
          <a:prstGeom prst="rect">
            <a:avLst/>
          </a:prstGeom>
          <a:noFill/>
        </p:spPr>
        <p:txBody>
          <a:bodyPr wrap="square">
            <a:spAutoFit/>
          </a:bodyPr>
          <a:lstStyle/>
          <a:p>
            <a:r>
              <a:rPr lang="en-IN" sz="1950" b="1">
                <a:solidFill>
                  <a:schemeClr val="bg1"/>
                </a:solidFill>
                <a:latin typeface="Times New Roman" panose="02020603050405020304" pitchFamily="18" charset="0"/>
                <a:cs typeface="Times New Roman" panose="02020603050405020304" pitchFamily="18" charset="0"/>
              </a:rPr>
              <a:t>Problem Statement</a:t>
            </a:r>
            <a:endParaRPr lang="en-IN" sz="1950" b="1" dirty="0">
              <a:solidFill>
                <a:schemeClr val="bg1"/>
              </a:solidFill>
              <a:latin typeface="Times New Roman" panose="02020603050405020304" pitchFamily="18" charset="0"/>
              <a:cs typeface="Times New Roman" panose="02020603050405020304" pitchFamily="18" charset="0"/>
            </a:endParaRPr>
          </a:p>
        </p:txBody>
      </p:sp>
      <p:pic>
        <p:nvPicPr>
          <p:cNvPr id="17" name="object 3">
            <a:extLst>
              <a:ext uri="{FF2B5EF4-FFF2-40B4-BE49-F238E27FC236}">
                <a16:creationId xmlns:a16="http://schemas.microsoft.com/office/drawing/2014/main" id="{EED75953-77B8-EB79-983F-0DFB76BE35E9}"/>
              </a:ext>
            </a:extLst>
          </p:cNvPr>
          <p:cNvPicPr/>
          <p:nvPr/>
        </p:nvPicPr>
        <p:blipFill>
          <a:blip r:embed="rId5" cstate="print"/>
          <a:stretch>
            <a:fillRect/>
          </a:stretch>
        </p:blipFill>
        <p:spPr>
          <a:xfrm>
            <a:off x="2170350" y="204311"/>
            <a:ext cx="1163002" cy="424338"/>
          </a:xfrm>
          <a:prstGeom prst="rect">
            <a:avLst/>
          </a:prstGeom>
        </p:spPr>
      </p:pic>
      <p:sp>
        <p:nvSpPr>
          <p:cNvPr id="9" name="TextBox 8">
            <a:extLst>
              <a:ext uri="{FF2B5EF4-FFF2-40B4-BE49-F238E27FC236}">
                <a16:creationId xmlns:a16="http://schemas.microsoft.com/office/drawing/2014/main" id="{8B8826DA-C0C7-3280-A179-8C72B3DEAD4E}"/>
              </a:ext>
            </a:extLst>
          </p:cNvPr>
          <p:cNvSpPr txBox="1"/>
          <p:nvPr/>
        </p:nvSpPr>
        <p:spPr>
          <a:xfrm>
            <a:off x="1879600" y="1676400"/>
            <a:ext cx="11049000" cy="4125424"/>
          </a:xfrm>
          <a:prstGeom prst="rect">
            <a:avLst/>
          </a:prstGeom>
          <a:noFill/>
        </p:spPr>
        <p:txBody>
          <a:bodyPr wrap="square">
            <a:spAutoFit/>
          </a:bodyPr>
          <a:lstStyle/>
          <a:p>
            <a:r>
              <a:rPr lang="en-IN" sz="2400">
                <a:latin typeface="Times New Roman" panose="02020603050405020304" pitchFamily="18" charset="0"/>
                <a:cs typeface="Times New Roman" panose="02020603050405020304" pitchFamily="18" charset="0"/>
              </a:rPr>
              <a:t>Managing university academic information manually can be time-consuming and difficult. Student, faculty, department, course, enrollment, and attendance records may be stored in separate files, making it difficult to update, search, and maintain accurate information. This can lead to data duplication, errors, and difficulty in accessing the required academic records.</a:t>
            </a:r>
          </a:p>
          <a:p>
            <a:r>
              <a:rPr lang="en-IN" sz="2400">
                <a:latin typeface="Times New Roman" panose="02020603050405020304" pitchFamily="18" charset="0"/>
                <a:cs typeface="Times New Roman" panose="02020603050405020304" pitchFamily="18" charset="0"/>
              </a:rPr>
              <a:t>The University Academic Management System aims to develop a centralized database that stores and manages academic information efficiently. The system helps reduce manual work, improve data accuracy, avoid data duplication, and provide quick access to required academic records. It provides an organized way to manage university academic data using database management concepts.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892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83653-2E63-EEC5-9627-550599A478BF}"/>
              </a:ext>
            </a:extLst>
          </p:cNvPr>
          <p:cNvSpPr>
            <a:spLocks noGrp="1"/>
          </p:cNvSpPr>
          <p:nvPr>
            <p:ph type="title"/>
          </p:nvPr>
        </p:nvSpPr>
        <p:spPr/>
        <p:txBody>
          <a:bodyPr/>
          <a:lstStyle/>
          <a:p>
            <a:r>
              <a:rPr lang="en-IN"/>
              <a:t>.</a:t>
            </a:r>
          </a:p>
        </p:txBody>
      </p:sp>
      <p:pic>
        <p:nvPicPr>
          <p:cNvPr id="4" name="object 3">
            <a:extLst>
              <a:ext uri="{FF2B5EF4-FFF2-40B4-BE49-F238E27FC236}">
                <a16:creationId xmlns:a16="http://schemas.microsoft.com/office/drawing/2014/main" id="{A1C352A9-CC52-5134-979F-D75B8ABE34D8}"/>
              </a:ext>
            </a:extLst>
          </p:cNvPr>
          <p:cNvPicPr/>
          <p:nvPr/>
        </p:nvPicPr>
        <p:blipFill>
          <a:blip r:embed="rId2" cstate="print"/>
          <a:stretch>
            <a:fillRect/>
          </a:stretch>
        </p:blipFill>
        <p:spPr>
          <a:xfrm>
            <a:off x="2170350" y="204311"/>
            <a:ext cx="1163002" cy="424338"/>
          </a:xfrm>
          <a:prstGeom prst="rect">
            <a:avLst/>
          </a:prstGeom>
        </p:spPr>
      </p:pic>
      <p:sp>
        <p:nvSpPr>
          <p:cNvPr id="11" name="TextBox 10">
            <a:extLst>
              <a:ext uri="{FF2B5EF4-FFF2-40B4-BE49-F238E27FC236}">
                <a16:creationId xmlns:a16="http://schemas.microsoft.com/office/drawing/2014/main" id="{607D43A8-7DF7-41D9-0F8E-2BB9CF5C73CA}"/>
              </a:ext>
            </a:extLst>
          </p:cNvPr>
          <p:cNvSpPr txBox="1"/>
          <p:nvPr/>
        </p:nvSpPr>
        <p:spPr>
          <a:xfrm>
            <a:off x="1727200" y="1752600"/>
            <a:ext cx="11125200" cy="4001095"/>
          </a:xfrm>
          <a:prstGeom prst="rect">
            <a:avLst/>
          </a:prstGeom>
          <a:noFill/>
        </p:spPr>
        <p:txBody>
          <a:bodyPr wrap="square">
            <a:spAutoFit/>
          </a:bodyPr>
          <a:lstStyle/>
          <a:p>
            <a:pPr marL="342900" lvl="0" indent="-342900">
              <a:buFont typeface="Arial" panose="020B0604020202020204" pitchFamily="34" charset="0"/>
              <a:buChar char="•"/>
            </a:pPr>
            <a:r>
              <a:rPr lang="en-IN" sz="2800">
                <a:latin typeface="Times New Roman" panose="02020603050405020304" pitchFamily="18" charset="0"/>
                <a:cs typeface="Times New Roman" panose="02020603050405020304" pitchFamily="18" charset="0"/>
              </a:rPr>
              <a:t>Implement the designed database using SQL. </a:t>
            </a:r>
          </a:p>
          <a:p>
            <a:pPr marL="342900" lvl="0" indent="-342900">
              <a:buFont typeface="Arial" panose="020B0604020202020204" pitchFamily="34" charset="0"/>
              <a:buChar char="•"/>
            </a:pPr>
            <a:r>
              <a:rPr lang="en-IN" sz="2800">
                <a:latin typeface="Times New Roman" panose="02020603050405020304" pitchFamily="18" charset="0"/>
                <a:cs typeface="Times New Roman" panose="02020603050405020304" pitchFamily="18" charset="0"/>
              </a:rPr>
              <a:t>Create tables with appropriate attributes and data types. </a:t>
            </a:r>
          </a:p>
          <a:p>
            <a:pPr marL="342900" lvl="0" indent="-342900">
              <a:buFont typeface="Arial" panose="020B0604020202020204" pitchFamily="34" charset="0"/>
              <a:buChar char="•"/>
            </a:pPr>
            <a:r>
              <a:rPr lang="en-IN" sz="2800">
                <a:latin typeface="Times New Roman" panose="02020603050405020304" pitchFamily="18" charset="0"/>
                <a:cs typeface="Times New Roman" panose="02020603050405020304" pitchFamily="18" charset="0"/>
              </a:rPr>
              <a:t>Apply primary key and foreign key constraints. </a:t>
            </a:r>
          </a:p>
          <a:p>
            <a:pPr marL="342900" lvl="0" indent="-342900">
              <a:buFont typeface="Arial" panose="020B0604020202020204" pitchFamily="34" charset="0"/>
              <a:buChar char="•"/>
            </a:pPr>
            <a:r>
              <a:rPr lang="en-IN" sz="2800">
                <a:latin typeface="Times New Roman" panose="02020603050405020304" pitchFamily="18" charset="0"/>
                <a:cs typeface="Times New Roman" panose="02020603050405020304" pitchFamily="18" charset="0"/>
              </a:rPr>
              <a:t>Insert and manage sample data. </a:t>
            </a:r>
          </a:p>
          <a:p>
            <a:pPr marL="342900" lvl="0" indent="-342900">
              <a:buFont typeface="Arial" panose="020B0604020202020204" pitchFamily="34" charset="0"/>
              <a:buChar char="•"/>
            </a:pPr>
            <a:r>
              <a:rPr lang="en-IN" sz="2800">
                <a:latin typeface="Times New Roman" panose="02020603050405020304" pitchFamily="18" charset="0"/>
                <a:cs typeface="Times New Roman" panose="02020603050405020304" pitchFamily="18" charset="0"/>
              </a:rPr>
              <a:t>Execute SQL queries to retrieve and manipulate data. </a:t>
            </a:r>
          </a:p>
          <a:p>
            <a:pPr marL="342900" lvl="0" indent="-342900">
              <a:buFont typeface="Arial" panose="020B0604020202020204" pitchFamily="34" charset="0"/>
              <a:buChar char="•"/>
            </a:pPr>
            <a:r>
              <a:rPr lang="en-IN" sz="2800">
                <a:latin typeface="Times New Roman" panose="02020603050405020304" pitchFamily="18" charset="0"/>
                <a:cs typeface="Times New Roman" panose="02020603050405020304" pitchFamily="18" charset="0"/>
              </a:rPr>
              <a:t>Maintain data integrity and validation. </a:t>
            </a:r>
          </a:p>
          <a:p>
            <a:pPr marL="342900" lvl="0" indent="-342900">
              <a:buFont typeface="Arial" panose="020B0604020202020204" pitchFamily="34" charset="0"/>
              <a:buChar char="•"/>
            </a:pPr>
            <a:r>
              <a:rPr lang="en-IN" sz="2800">
                <a:latin typeface="Times New Roman" panose="02020603050405020304" pitchFamily="18" charset="0"/>
                <a:cs typeface="Times New Roman" panose="02020603050405020304" pitchFamily="18" charset="0"/>
              </a:rPr>
              <a:t>Demonstrate database operations such as INSERT, UPDATE, DELETE, and SELECT. </a:t>
            </a:r>
          </a:p>
          <a:p>
            <a:pPr lvl="0"/>
            <a:endParaRPr lang="en-IN" sz="3000">
              <a:latin typeface="Times New Roman" panose="02020603050405020304" pitchFamily="18" charset="0"/>
              <a:cs typeface="Times New Roman" panose="02020603050405020304" pitchFamily="18" charset="0"/>
            </a:endParaRPr>
          </a:p>
        </p:txBody>
      </p:sp>
      <p:grpSp>
        <p:nvGrpSpPr>
          <p:cNvPr id="12" name="object 3">
            <a:extLst>
              <a:ext uri="{FF2B5EF4-FFF2-40B4-BE49-F238E27FC236}">
                <a16:creationId xmlns:a16="http://schemas.microsoft.com/office/drawing/2014/main" id="{D45BDF22-F30A-36EF-A2F5-4D0539499158}"/>
              </a:ext>
            </a:extLst>
          </p:cNvPr>
          <p:cNvGrpSpPr/>
          <p:nvPr/>
        </p:nvGrpSpPr>
        <p:grpSpPr>
          <a:xfrm>
            <a:off x="4546600" y="85009"/>
            <a:ext cx="5103904" cy="1198311"/>
            <a:chOff x="2648188" y="47148"/>
            <a:chExt cx="5103904" cy="1198311"/>
          </a:xfrm>
        </p:grpSpPr>
        <p:pic>
          <p:nvPicPr>
            <p:cNvPr id="13" name="object 4">
              <a:extLst>
                <a:ext uri="{FF2B5EF4-FFF2-40B4-BE49-F238E27FC236}">
                  <a16:creationId xmlns:a16="http://schemas.microsoft.com/office/drawing/2014/main" id="{47979285-FE2F-0DF3-3362-276891553FAF}"/>
                </a:ext>
              </a:extLst>
            </p:cNvPr>
            <p:cNvPicPr/>
            <p:nvPr/>
          </p:nvPicPr>
          <p:blipFill>
            <a:blip r:embed="rId3" cstate="print"/>
            <a:stretch>
              <a:fillRect/>
            </a:stretch>
          </p:blipFill>
          <p:spPr>
            <a:xfrm>
              <a:off x="2648188" y="47148"/>
              <a:ext cx="5103904" cy="1198311"/>
            </a:xfrm>
            <a:prstGeom prst="rect">
              <a:avLst/>
            </a:prstGeom>
          </p:spPr>
        </p:pic>
        <p:pic>
          <p:nvPicPr>
            <p:cNvPr id="14" name="object 5">
              <a:extLst>
                <a:ext uri="{FF2B5EF4-FFF2-40B4-BE49-F238E27FC236}">
                  <a16:creationId xmlns:a16="http://schemas.microsoft.com/office/drawing/2014/main" id="{AEBEFFF6-38E3-3CDD-A338-CAC914977653}"/>
                </a:ext>
              </a:extLst>
            </p:cNvPr>
            <p:cNvPicPr/>
            <p:nvPr/>
          </p:nvPicPr>
          <p:blipFill>
            <a:blip r:embed="rId4" cstate="print"/>
            <a:stretch>
              <a:fillRect/>
            </a:stretch>
          </p:blipFill>
          <p:spPr>
            <a:xfrm>
              <a:off x="2703195" y="86439"/>
              <a:ext cx="4997767" cy="1092279"/>
            </a:xfrm>
            <a:prstGeom prst="rect">
              <a:avLst/>
            </a:prstGeom>
          </p:spPr>
        </p:pic>
        <p:pic>
          <p:nvPicPr>
            <p:cNvPr id="15" name="object 6">
              <a:extLst>
                <a:ext uri="{FF2B5EF4-FFF2-40B4-BE49-F238E27FC236}">
                  <a16:creationId xmlns:a16="http://schemas.microsoft.com/office/drawing/2014/main" id="{2558C625-6461-13CA-EEEF-8E9CDD3AA6A4}"/>
                </a:ext>
              </a:extLst>
            </p:cNvPr>
            <p:cNvPicPr/>
            <p:nvPr/>
          </p:nvPicPr>
          <p:blipFill>
            <a:blip r:embed="rId5" cstate="print"/>
            <a:stretch>
              <a:fillRect/>
            </a:stretch>
          </p:blipFill>
          <p:spPr>
            <a:xfrm>
              <a:off x="2828925" y="243549"/>
              <a:ext cx="4585268" cy="522565"/>
            </a:xfrm>
            <a:prstGeom prst="rect">
              <a:avLst/>
            </a:prstGeom>
          </p:spPr>
        </p:pic>
        <p:sp>
          <p:nvSpPr>
            <p:cNvPr id="16" name="object 7">
              <a:extLst>
                <a:ext uri="{FF2B5EF4-FFF2-40B4-BE49-F238E27FC236}">
                  <a16:creationId xmlns:a16="http://schemas.microsoft.com/office/drawing/2014/main" id="{C58DED2E-2F2D-C7D4-6317-53F456510999}"/>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r>
                <a:rPr lang="en-IN"/>
                <a:t>                  </a:t>
              </a:r>
              <a:r>
                <a:rPr lang="en-IN" sz="2400">
                  <a:solidFill>
                    <a:schemeClr val="bg1"/>
                  </a:solidFill>
                  <a:latin typeface="Times New Roman" panose="02020603050405020304" pitchFamily="18" charset="0"/>
                  <a:cs typeface="Times New Roman" panose="02020603050405020304" pitchFamily="18" charset="0"/>
                </a:rPr>
                <a:t>Project Objectives</a:t>
              </a:r>
              <a:endParaRPr sz="2400" dirty="0">
                <a:solidFill>
                  <a:schemeClr val="bg1"/>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23548210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ENTITIES &amp; ATTRIBUTES</a:t>
            </a:r>
          </a:p>
        </p:txBody>
      </p:sp>
      <p:graphicFrame>
        <p:nvGraphicFramePr>
          <p:cNvPr id="10" name="Table 9">
            <a:extLst>
              <a:ext uri="{FF2B5EF4-FFF2-40B4-BE49-F238E27FC236}">
                <a16:creationId xmlns:a16="http://schemas.microsoft.com/office/drawing/2014/main" id="{6A1A9BF6-B935-D088-5E7B-E7D02B2B14F9}"/>
              </a:ext>
            </a:extLst>
          </p:cNvPr>
          <p:cNvGraphicFramePr>
            <a:graphicFrameLocks noGrp="1"/>
          </p:cNvGraphicFramePr>
          <p:nvPr>
            <p:extLst>
              <p:ext uri="{D42A27DB-BD31-4B8C-83A1-F6EECF244321}">
                <p14:modId xmlns:p14="http://schemas.microsoft.com/office/powerpoint/2010/main" val="543287126"/>
              </p:ext>
            </p:extLst>
          </p:nvPr>
        </p:nvGraphicFramePr>
        <p:xfrm>
          <a:off x="1916952" y="1480345"/>
          <a:ext cx="10363200" cy="4872829"/>
        </p:xfrm>
        <a:graphic>
          <a:graphicData uri="http://schemas.openxmlformats.org/drawingml/2006/table">
            <a:tbl>
              <a:tblPr bandRow="1">
                <a:tableStyleId>{5C22544A-7EE6-4342-B048-85BDC9FD1C3A}</a:tableStyleId>
              </a:tblPr>
              <a:tblGrid>
                <a:gridCol w="2895600">
                  <a:extLst>
                    <a:ext uri="{9D8B030D-6E8A-4147-A177-3AD203B41FA5}">
                      <a16:colId xmlns:a16="http://schemas.microsoft.com/office/drawing/2014/main" val="1650561537"/>
                    </a:ext>
                  </a:extLst>
                </a:gridCol>
                <a:gridCol w="7467600">
                  <a:extLst>
                    <a:ext uri="{9D8B030D-6E8A-4147-A177-3AD203B41FA5}">
                      <a16:colId xmlns:a16="http://schemas.microsoft.com/office/drawing/2014/main" val="308495841"/>
                    </a:ext>
                  </a:extLst>
                </a:gridCol>
              </a:tblGrid>
              <a:tr h="268362">
                <a:tc>
                  <a:txBody>
                    <a:bodyPr/>
                    <a:lstStyle/>
                    <a:p>
                      <a:pPr>
                        <a:buNone/>
                      </a:pPr>
                      <a:r>
                        <a:rPr lang="en-IN" sz="2400">
                          <a:latin typeface="Times New Roman" panose="02020603050405020304" pitchFamily="18" charset="0"/>
                          <a:cs typeface="Times New Roman" panose="02020603050405020304" pitchFamily="18" charset="0"/>
                        </a:rPr>
                        <a:t>       Entity</a:t>
                      </a:r>
                    </a:p>
                  </a:txBody>
                  <a:tcPr anchor="ctr"/>
                </a:tc>
                <a:tc>
                  <a:txBody>
                    <a:bodyPr/>
                    <a:lstStyle/>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                          </a:t>
                      </a:r>
                      <a:r>
                        <a:rPr lang="en-IN" sz="2400">
                          <a:latin typeface="Times New Roman" panose="02020603050405020304" pitchFamily="18" charset="0"/>
                          <a:cs typeface="Times New Roman" panose="02020603050405020304" pitchFamily="18" charset="0"/>
                        </a:rPr>
                        <a:t>Attributes        </a:t>
                      </a:r>
                    </a:p>
                    <a:p>
                      <a:endParaRPr lang="en-IN">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32836729"/>
                  </a:ext>
                </a:extLst>
              </a:tr>
              <a:tr h="484792">
                <a:tc>
                  <a:txBody>
                    <a:bodyPr/>
                    <a:lstStyle/>
                    <a:p>
                      <a:r>
                        <a:rPr lang="en-IN"/>
                        <a:t>         </a:t>
                      </a:r>
                      <a:r>
                        <a:rPr lang="en-IN" sz="2400">
                          <a:latin typeface="Times New Roman" panose="02020603050405020304" pitchFamily="18" charset="0"/>
                          <a:cs typeface="Times New Roman" panose="02020603050405020304" pitchFamily="18" charset="0"/>
                        </a:rPr>
                        <a:t>Student</a:t>
                      </a:r>
                    </a:p>
                  </a:txBody>
                  <a:tcPr/>
                </a:tc>
                <a:tc>
                  <a:txBody>
                    <a:bodyPr/>
                    <a:lstStyle/>
                    <a:p>
                      <a:r>
                        <a:rPr lang="en-IN"/>
                        <a:t>Student_ID, Name, Email, Phone, Gender, Date_of_Birth</a:t>
                      </a:r>
                    </a:p>
                  </a:txBody>
                  <a:tcPr/>
                </a:tc>
                <a:extLst>
                  <a:ext uri="{0D108BD9-81ED-4DB2-BD59-A6C34878D82A}">
                    <a16:rowId xmlns:a16="http://schemas.microsoft.com/office/drawing/2014/main" val="1326871467"/>
                  </a:ext>
                </a:extLst>
              </a:tr>
              <a:tr h="642607">
                <a:tc>
                  <a:txBody>
                    <a:bodyPr/>
                    <a:lstStyle/>
                    <a:p>
                      <a:r>
                        <a:rPr lang="en-IN"/>
                        <a:t>         </a:t>
                      </a:r>
                      <a:r>
                        <a:rPr lang="en-IN" sz="2400">
                          <a:latin typeface="Times New Roman" panose="02020603050405020304" pitchFamily="18" charset="0"/>
                          <a:cs typeface="Times New Roman" panose="02020603050405020304" pitchFamily="18" charset="0"/>
                        </a:rPr>
                        <a:t>Department</a:t>
                      </a:r>
                    </a:p>
                  </a:txBody>
                  <a:tcPr/>
                </a:tc>
                <a:tc>
                  <a:txBody>
                    <a:bodyPr/>
                    <a:lstStyle/>
                    <a:p>
                      <a:r>
                        <a:rPr lang="en-IN"/>
                        <a:t>Department_ID, Department_Name, HOD_Name, Office_Location</a:t>
                      </a:r>
                    </a:p>
                  </a:txBody>
                  <a:tcPr/>
                </a:tc>
                <a:extLst>
                  <a:ext uri="{0D108BD9-81ED-4DB2-BD59-A6C34878D82A}">
                    <a16:rowId xmlns:a16="http://schemas.microsoft.com/office/drawing/2014/main" val="4125751912"/>
                  </a:ext>
                </a:extLst>
              </a:tr>
              <a:tr h="484792">
                <a:tc>
                  <a:txBody>
                    <a:bodyPr/>
                    <a:lstStyle/>
                    <a:p>
                      <a:r>
                        <a:rPr lang="en-IN"/>
                        <a:t>          </a:t>
                      </a:r>
                      <a:r>
                        <a:rPr lang="en-IN" sz="2400">
                          <a:latin typeface="Times New Roman" panose="02020603050405020304" pitchFamily="18" charset="0"/>
                          <a:cs typeface="Times New Roman" panose="02020603050405020304" pitchFamily="18" charset="0"/>
                        </a:rPr>
                        <a:t>Faculty</a:t>
                      </a:r>
                    </a:p>
                  </a:txBody>
                  <a:tcPr/>
                </a:tc>
                <a:tc>
                  <a:txBody>
                    <a:bodyPr/>
                    <a:lstStyle/>
                    <a:p>
                      <a:r>
                        <a:rPr lang="en-IN"/>
                        <a:t>Faculty_ID, Faculty_Name, Email, Phone, Designation</a:t>
                      </a:r>
                    </a:p>
                  </a:txBody>
                  <a:tcPr/>
                </a:tc>
                <a:extLst>
                  <a:ext uri="{0D108BD9-81ED-4DB2-BD59-A6C34878D82A}">
                    <a16:rowId xmlns:a16="http://schemas.microsoft.com/office/drawing/2014/main" val="1868998568"/>
                  </a:ext>
                </a:extLst>
              </a:tr>
              <a:tr h="484792">
                <a:tc>
                  <a:txBody>
                    <a:bodyPr/>
                    <a:lstStyle/>
                    <a:p>
                      <a:r>
                        <a:rPr lang="en-IN"/>
                        <a:t>          </a:t>
                      </a:r>
                      <a:r>
                        <a:rPr lang="en-IN" sz="2400">
                          <a:latin typeface="Times New Roman" panose="02020603050405020304" pitchFamily="18" charset="0"/>
                          <a:cs typeface="Times New Roman" panose="02020603050405020304" pitchFamily="18" charset="0"/>
                        </a:rPr>
                        <a:t>Course</a:t>
                      </a:r>
                    </a:p>
                  </a:txBody>
                  <a:tcPr/>
                </a:tc>
                <a:tc>
                  <a:txBody>
                    <a:bodyPr/>
                    <a:lstStyle/>
                    <a:p>
                      <a:r>
                        <a:rPr lang="en-IN"/>
                        <a:t>Course_ID, Course_Name, Credits, Duration, Semester</a:t>
                      </a:r>
                    </a:p>
                  </a:txBody>
                  <a:tcPr/>
                </a:tc>
                <a:extLst>
                  <a:ext uri="{0D108BD9-81ED-4DB2-BD59-A6C34878D82A}">
                    <a16:rowId xmlns:a16="http://schemas.microsoft.com/office/drawing/2014/main" val="1925025190"/>
                  </a:ext>
                </a:extLst>
              </a:tr>
              <a:tr h="642607">
                <a:tc>
                  <a:txBody>
                    <a:bodyPr/>
                    <a:lstStyle/>
                    <a:p>
                      <a:r>
                        <a:rPr lang="en-IN"/>
                        <a:t>          </a:t>
                      </a:r>
                      <a:r>
                        <a:rPr lang="en-IN" sz="2400">
                          <a:latin typeface="Times New Roman" panose="02020603050405020304" pitchFamily="18" charset="0"/>
                          <a:cs typeface="Times New Roman" panose="02020603050405020304" pitchFamily="18" charset="0"/>
                        </a:rPr>
                        <a:t>Enrollment</a:t>
                      </a:r>
                    </a:p>
                  </a:txBody>
                  <a:tcPr/>
                </a:tc>
                <a:tc>
                  <a:txBody>
                    <a:bodyPr/>
                    <a:lstStyle/>
                    <a:p>
                      <a:r>
                        <a:rPr lang="en-IN"/>
                        <a:t>Enrollment_ID, Student_ID, Course_ID, Enrollment_Date, Grade</a:t>
                      </a:r>
                    </a:p>
                  </a:txBody>
                  <a:tcPr/>
                </a:tc>
                <a:extLst>
                  <a:ext uri="{0D108BD9-81ED-4DB2-BD59-A6C34878D82A}">
                    <a16:rowId xmlns:a16="http://schemas.microsoft.com/office/drawing/2014/main" val="691439979"/>
                  </a:ext>
                </a:extLst>
              </a:tr>
              <a:tr h="642607">
                <a:tc>
                  <a:txBody>
                    <a:bodyPr/>
                    <a:lstStyle/>
                    <a:p>
                      <a:r>
                        <a:rPr lang="en-IN" sz="2400"/>
                        <a:t>        </a:t>
                      </a:r>
                      <a:r>
                        <a:rPr lang="en-IN" sz="2400">
                          <a:latin typeface="Times New Roman" panose="02020603050405020304" pitchFamily="18" charset="0"/>
                          <a:cs typeface="Times New Roman" panose="02020603050405020304" pitchFamily="18" charset="0"/>
                        </a:rPr>
                        <a:t>Attendance</a:t>
                      </a:r>
                    </a:p>
                  </a:txBody>
                  <a:tcPr/>
                </a:tc>
                <a:tc>
                  <a:txBody>
                    <a:bodyPr/>
                    <a:lstStyle/>
                    <a:p>
                      <a:r>
                        <a:rPr lang="en-IN"/>
                        <a:t>Attendance_ID, Student_ID, Course_ID, Attendance_Date, Status</a:t>
                      </a:r>
                    </a:p>
                  </a:txBody>
                  <a:tcPr/>
                </a:tc>
                <a:extLst>
                  <a:ext uri="{0D108BD9-81ED-4DB2-BD59-A6C34878D82A}">
                    <a16:rowId xmlns:a16="http://schemas.microsoft.com/office/drawing/2014/main" val="962686487"/>
                  </a:ext>
                </a:extLst>
              </a:tr>
              <a:tr h="484792">
                <a:tc>
                  <a:txBody>
                    <a:bodyPr/>
                    <a:lstStyle/>
                    <a:p>
                      <a:r>
                        <a:rPr lang="en-IN"/>
                        <a:t>           </a:t>
                      </a:r>
                      <a:r>
                        <a:rPr lang="en-IN" sz="2400">
                          <a:latin typeface="Times New Roman" panose="02020603050405020304" pitchFamily="18" charset="0"/>
                          <a:cs typeface="Times New Roman" panose="02020603050405020304" pitchFamily="18" charset="0"/>
                        </a:rPr>
                        <a:t>Examination</a:t>
                      </a:r>
                    </a:p>
                  </a:txBody>
                  <a:tcPr/>
                </a:tc>
                <a:tc>
                  <a:txBody>
                    <a:bodyPr/>
                    <a:lstStyle/>
                    <a:p>
                      <a:r>
                        <a:rPr lang="en-IN"/>
                        <a:t>Exam_ID, Course_ID, Exam_Date, Exam_Type, Marks</a:t>
                      </a:r>
                    </a:p>
                  </a:txBody>
                  <a:tcPr/>
                </a:tc>
                <a:extLst>
                  <a:ext uri="{0D108BD9-81ED-4DB2-BD59-A6C34878D82A}">
                    <a16:rowId xmlns:a16="http://schemas.microsoft.com/office/drawing/2014/main" val="3538432074"/>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427A3C-9BEC-C61B-FC8D-3B949CD8902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15F0E8CC-BDB8-7C3E-7C5E-012FD1252950}"/>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DBC28A04-FC65-6F36-8766-2B93E376E261}"/>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6F9D794-31EA-8ABA-A5E3-D49E7DEF13C2}"/>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E0767A3E-73A4-9967-916C-59851FE931A3}"/>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5C64E3F9-2AFD-ACC7-6183-250AF43BDF58}"/>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01E94C25-6779-8458-E95E-F4782347F2B3}"/>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D4973351-D6E2-D3B8-C7AF-9344AB18D3A7}"/>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50DE1838-629A-37A8-DB28-E5CABD39B264}"/>
              </a:ext>
            </a:extLst>
          </p:cNvPr>
          <p:cNvSpPr txBox="1"/>
          <p:nvPr/>
        </p:nvSpPr>
        <p:spPr>
          <a:xfrm>
            <a:off x="60706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ER DIAGRAM</a:t>
            </a:r>
          </a:p>
        </p:txBody>
      </p:sp>
      <p:sp>
        <p:nvSpPr>
          <p:cNvPr id="9" name="TextBox 8">
            <a:extLst>
              <a:ext uri="{FF2B5EF4-FFF2-40B4-BE49-F238E27FC236}">
                <a16:creationId xmlns:a16="http://schemas.microsoft.com/office/drawing/2014/main" id="{810F592E-1BC5-A7E5-94A9-5EBA752B1D71}"/>
              </a:ext>
            </a:extLst>
          </p:cNvPr>
          <p:cNvSpPr txBox="1"/>
          <p:nvPr/>
        </p:nvSpPr>
        <p:spPr>
          <a:xfrm>
            <a:off x="3445314" y="2209801"/>
            <a:ext cx="6926973" cy="461665"/>
          </a:xfrm>
          <a:prstGeom prst="rect">
            <a:avLst/>
          </a:prstGeom>
          <a:noFill/>
        </p:spPr>
        <p:txBody>
          <a:bodyPr wrap="square">
            <a:spAutoFit/>
          </a:bodyPr>
          <a:lstStyle/>
          <a:p>
            <a:r>
              <a:rPr lang="en-IN" sz="240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72B51DD-E4A5-E2E5-25ED-F638810116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9271" y="1001000"/>
            <a:ext cx="12577929" cy="6314199"/>
          </a:xfrm>
          <a:prstGeom prst="rect">
            <a:avLst/>
          </a:prstGeom>
        </p:spPr>
      </p:pic>
    </p:spTree>
    <p:extLst>
      <p:ext uri="{BB962C8B-B14F-4D97-AF65-F5344CB8AC3E}">
        <p14:creationId xmlns:p14="http://schemas.microsoft.com/office/powerpoint/2010/main" val="11499739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FF62A-28CD-1AF0-FCC9-9795D99130CF}"/>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EA882BD3-FCF2-C56E-AAE2-C4D14D585E66}"/>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3CC86148-DFF8-3451-7947-2685EE95BD9F}"/>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A4DF9EE2-487D-D75F-149C-A5A989F91BE8}"/>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1618242D-8DDA-301B-EF8C-793435D7B312}"/>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8669F432-648C-72A6-EE1E-52C40A5BB684}"/>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1D43B590-5504-6B74-CBB0-60480CB4BBC8}"/>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82876794-728A-676B-5B3B-0E4A8320CD7E}"/>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75FAEAFE-5DA8-E3CC-E08A-02ABAA5C5423}"/>
              </a:ext>
            </a:extLst>
          </p:cNvPr>
          <p:cNvSpPr txBox="1"/>
          <p:nvPr/>
        </p:nvSpPr>
        <p:spPr>
          <a:xfrm>
            <a:off x="4775200" y="304800"/>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RELATIONAL</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DATABASE</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SCHEMA</a:t>
            </a:r>
          </a:p>
        </p:txBody>
      </p:sp>
      <p:sp>
        <p:nvSpPr>
          <p:cNvPr id="19" name="TextBox 18">
            <a:extLst>
              <a:ext uri="{FF2B5EF4-FFF2-40B4-BE49-F238E27FC236}">
                <a16:creationId xmlns:a16="http://schemas.microsoft.com/office/drawing/2014/main" id="{6B6EC2F9-9375-B9BC-7713-3FD0B3D75E6E}"/>
              </a:ext>
            </a:extLst>
          </p:cNvPr>
          <p:cNvSpPr txBox="1"/>
          <p:nvPr/>
        </p:nvSpPr>
        <p:spPr>
          <a:xfrm>
            <a:off x="1879600" y="1263064"/>
            <a:ext cx="11810132" cy="5201424"/>
          </a:xfrm>
          <a:prstGeom prst="rect">
            <a:avLst/>
          </a:prstGeom>
          <a:noFill/>
        </p:spPr>
        <p:txBody>
          <a:bodyPr wrap="square">
            <a:spAutoFit/>
          </a:bodyPr>
          <a:lstStyle/>
          <a:p>
            <a:r>
              <a:rPr lang="en-IN">
                <a:latin typeface="Times New Roman" panose="02020603050405020304" pitchFamily="18" charset="0"/>
                <a:cs typeface="Times New Roman" panose="02020603050405020304" pitchFamily="18" charset="0"/>
              </a:rPr>
              <a:t>STUDENT             </a:t>
            </a:r>
            <a:r>
              <a:rPr lang="en-IN" sz="3200">
                <a:latin typeface="Times New Roman" panose="02020603050405020304" pitchFamily="18" charset="0"/>
                <a:cs typeface="Times New Roman" panose="02020603050405020304" pitchFamily="18" charset="0"/>
              </a:rPr>
              <a:t>-    </a:t>
            </a:r>
            <a:r>
              <a:rPr lang="en-IN">
                <a:latin typeface="Times New Roman" panose="02020603050405020304" pitchFamily="18" charset="0"/>
                <a:cs typeface="Times New Roman" panose="02020603050405020304" pitchFamily="18" charset="0"/>
              </a:rPr>
              <a:t>(Student_ID, Name, Email, Phone, Gender, Date_of_Birth, Department_ID)</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DEPARTMENT     </a:t>
            </a:r>
            <a:r>
              <a:rPr lang="en-IN" sz="3200">
                <a:latin typeface="Times New Roman" panose="02020603050405020304" pitchFamily="18" charset="0"/>
                <a:cs typeface="Times New Roman" panose="02020603050405020304" pitchFamily="18" charset="0"/>
              </a:rPr>
              <a:t>-</a:t>
            </a:r>
            <a:r>
              <a:rPr lang="en-IN">
                <a:latin typeface="Times New Roman" panose="02020603050405020304" pitchFamily="18" charset="0"/>
                <a:cs typeface="Times New Roman" panose="02020603050405020304" pitchFamily="18" charset="0"/>
              </a:rPr>
              <a:t>       (Department_ID, Department_Name, HOD_Name, Office_Location)</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FACULTY              </a:t>
            </a:r>
            <a:r>
              <a:rPr lang="en-IN" sz="3200">
                <a:latin typeface="Times New Roman" panose="02020603050405020304" pitchFamily="18" charset="0"/>
                <a:cs typeface="Times New Roman" panose="02020603050405020304" pitchFamily="18" charset="0"/>
              </a:rPr>
              <a:t>-</a:t>
            </a:r>
            <a:r>
              <a:rPr lang="en-IN">
                <a:latin typeface="Times New Roman" panose="02020603050405020304" pitchFamily="18" charset="0"/>
                <a:cs typeface="Times New Roman" panose="02020603050405020304" pitchFamily="18" charset="0"/>
              </a:rPr>
              <a:t>      (Faculty_ID, Faculty_Name, Email, Phone, Designation, Department_ID)</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COURSE               </a:t>
            </a:r>
            <a:r>
              <a:rPr lang="en-IN" sz="3200">
                <a:latin typeface="Times New Roman" panose="02020603050405020304" pitchFamily="18" charset="0"/>
                <a:cs typeface="Times New Roman" panose="02020603050405020304" pitchFamily="18" charset="0"/>
              </a:rPr>
              <a:t>-   </a:t>
            </a:r>
            <a:r>
              <a:rPr lang="en-IN">
                <a:latin typeface="Times New Roman" panose="02020603050405020304" pitchFamily="18" charset="0"/>
                <a:cs typeface="Times New Roman" panose="02020603050405020304" pitchFamily="18" charset="0"/>
              </a:rPr>
              <a:t>(Course_ID, Course_Name, Credits, Duration, Semester, Department_ID, Faculty_ID)</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ENROLLMENT      </a:t>
            </a:r>
            <a:r>
              <a:rPr lang="en-IN" sz="3200">
                <a:latin typeface="Times New Roman" panose="02020603050405020304" pitchFamily="18" charset="0"/>
                <a:cs typeface="Times New Roman" panose="02020603050405020304" pitchFamily="18" charset="0"/>
              </a:rPr>
              <a:t>-   </a:t>
            </a:r>
            <a:r>
              <a:rPr lang="en-IN">
                <a:latin typeface="Times New Roman" panose="02020603050405020304" pitchFamily="18" charset="0"/>
                <a:cs typeface="Times New Roman" panose="02020603050405020304" pitchFamily="18" charset="0"/>
              </a:rPr>
              <a:t> (Enrollment_ID, Student_ID, Course_ID, Enrollment_Date, Grade)</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ATTENDANCE       </a:t>
            </a:r>
            <a:r>
              <a:rPr lang="en-IN" sz="3200">
                <a:latin typeface="Times New Roman" panose="02020603050405020304" pitchFamily="18" charset="0"/>
                <a:cs typeface="Times New Roman" panose="02020603050405020304" pitchFamily="18" charset="0"/>
              </a:rPr>
              <a:t>-</a:t>
            </a:r>
            <a:r>
              <a:rPr lang="en-IN">
                <a:latin typeface="Times New Roman" panose="02020603050405020304" pitchFamily="18" charset="0"/>
                <a:cs typeface="Times New Roman" panose="02020603050405020304" pitchFamily="18" charset="0"/>
              </a:rPr>
              <a:t>     (Attendance_ID, Student_ID, Course_ID, Attendance_Date, Status)</a:t>
            </a:r>
          </a:p>
          <a:p>
            <a:endParaRPr lang="en-IN">
              <a:latin typeface="Times New Roman" panose="02020603050405020304" pitchFamily="18" charset="0"/>
              <a:cs typeface="Times New Roman" panose="02020603050405020304" pitchFamily="18" charset="0"/>
            </a:endParaRPr>
          </a:p>
          <a:p>
            <a:r>
              <a:rPr lang="en-IN">
                <a:latin typeface="Times New Roman" panose="02020603050405020304" pitchFamily="18" charset="0"/>
                <a:cs typeface="Times New Roman" panose="02020603050405020304" pitchFamily="18" charset="0"/>
              </a:rPr>
              <a:t>EXAMINATION       </a:t>
            </a:r>
            <a:r>
              <a:rPr lang="en-IN" sz="3200">
                <a:latin typeface="Times New Roman" panose="02020603050405020304" pitchFamily="18" charset="0"/>
                <a:cs typeface="Times New Roman" panose="02020603050405020304" pitchFamily="18" charset="0"/>
              </a:rPr>
              <a:t>-</a:t>
            </a:r>
            <a:r>
              <a:rPr lang="en-IN">
                <a:latin typeface="Times New Roman" panose="02020603050405020304" pitchFamily="18" charset="0"/>
                <a:cs typeface="Times New Roman" panose="02020603050405020304" pitchFamily="18" charset="0"/>
              </a:rPr>
              <a:t>     (Exam_ID, Course_ID, Exam_Date, Exam_Type, Marks)</a:t>
            </a:r>
          </a:p>
        </p:txBody>
      </p:sp>
    </p:spTree>
    <p:extLst>
      <p:ext uri="{BB962C8B-B14F-4D97-AF65-F5344CB8AC3E}">
        <p14:creationId xmlns:p14="http://schemas.microsoft.com/office/powerpoint/2010/main" val="3283178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D1103-BED3-D0D1-2B32-DF462A49AD98}"/>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386A48A0-7630-F33A-9602-55A8C30FABC0}"/>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4D87CA1E-4756-F08E-63BD-75124D6360A1}"/>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631FFF4E-3585-C131-4111-19552BFBD0ED}"/>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23462C3B-779A-ECC8-E6A0-EBE10897D9C8}"/>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1C485986-3706-6533-B03D-5A8A8566EDEA}"/>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C06018CA-58C0-7E2C-3046-85D5E75FDF5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48EE4812-0FE8-8F6E-37C0-C1D8649E38B8}"/>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C996B418-1692-861F-B2FC-D97A6A0DCECA}"/>
              </a:ext>
            </a:extLst>
          </p:cNvPr>
          <p:cNvSpPr txBox="1"/>
          <p:nvPr/>
        </p:nvSpPr>
        <p:spPr>
          <a:xfrm>
            <a:off x="5308600" y="321324"/>
            <a:ext cx="5029200" cy="400110"/>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PRIMARY</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&amp;</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FOREIGN</a:t>
            </a:r>
            <a:r>
              <a:rPr lang="en-IN" sz="2000" dirty="0"/>
              <a:t> </a:t>
            </a:r>
            <a:r>
              <a:rPr lang="en-IN" sz="1950" b="1" dirty="0">
                <a:solidFill>
                  <a:schemeClr val="bg1"/>
                </a:solidFill>
                <a:latin typeface="Times New Roman" panose="02020603050405020304" pitchFamily="18" charset="0"/>
                <a:cs typeface="Times New Roman" panose="02020603050405020304" pitchFamily="18" charset="0"/>
              </a:rPr>
              <a:t>KEYS</a:t>
            </a:r>
          </a:p>
        </p:txBody>
      </p:sp>
      <p:graphicFrame>
        <p:nvGraphicFramePr>
          <p:cNvPr id="13" name="Table 12">
            <a:extLst>
              <a:ext uri="{FF2B5EF4-FFF2-40B4-BE49-F238E27FC236}">
                <a16:creationId xmlns:a16="http://schemas.microsoft.com/office/drawing/2014/main" id="{5E27FC80-226D-777A-A4A0-8DDC27F10B20}"/>
              </a:ext>
            </a:extLst>
          </p:cNvPr>
          <p:cNvGraphicFramePr>
            <a:graphicFrameLocks noGrp="1"/>
          </p:cNvGraphicFramePr>
          <p:nvPr>
            <p:extLst>
              <p:ext uri="{D42A27DB-BD31-4B8C-83A1-F6EECF244321}">
                <p14:modId xmlns:p14="http://schemas.microsoft.com/office/powerpoint/2010/main" val="363264962"/>
              </p:ext>
            </p:extLst>
          </p:nvPr>
        </p:nvGraphicFramePr>
        <p:xfrm>
          <a:off x="889000" y="1440430"/>
          <a:ext cx="11963400" cy="4924306"/>
        </p:xfrm>
        <a:graphic>
          <a:graphicData uri="http://schemas.openxmlformats.org/drawingml/2006/table">
            <a:tbl>
              <a:tblPr>
                <a:tableStyleId>{5C22544A-7EE6-4342-B048-85BDC9FD1C3A}</a:tableStyleId>
              </a:tblPr>
              <a:tblGrid>
                <a:gridCol w="4241800">
                  <a:extLst>
                    <a:ext uri="{9D8B030D-6E8A-4147-A177-3AD203B41FA5}">
                      <a16:colId xmlns:a16="http://schemas.microsoft.com/office/drawing/2014/main" val="1642570633"/>
                    </a:ext>
                  </a:extLst>
                </a:gridCol>
                <a:gridCol w="3860800">
                  <a:extLst>
                    <a:ext uri="{9D8B030D-6E8A-4147-A177-3AD203B41FA5}">
                      <a16:colId xmlns:a16="http://schemas.microsoft.com/office/drawing/2014/main" val="3399756520"/>
                    </a:ext>
                  </a:extLst>
                </a:gridCol>
                <a:gridCol w="3860800">
                  <a:extLst>
                    <a:ext uri="{9D8B030D-6E8A-4147-A177-3AD203B41FA5}">
                      <a16:colId xmlns:a16="http://schemas.microsoft.com/office/drawing/2014/main" val="2452645974"/>
                    </a:ext>
                  </a:extLst>
                </a:gridCol>
              </a:tblGrid>
              <a:tr h="503950">
                <a:tc>
                  <a:txBody>
                    <a:bodyPr/>
                    <a:lstStyle/>
                    <a:p>
                      <a:pPr algn="l">
                        <a:buNone/>
                      </a:pPr>
                      <a:r>
                        <a:rPr lang="en-IN" sz="2000">
                          <a:latin typeface="Times New Roman" panose="02020603050405020304" pitchFamily="18" charset="0"/>
                          <a:cs typeface="Times New Roman" panose="02020603050405020304" pitchFamily="18" charset="0"/>
                        </a:rPr>
                        <a:t>  </a:t>
                      </a:r>
                      <a:r>
                        <a:rPr lang="en-IN" sz="2400">
                          <a:solidFill>
                            <a:schemeClr val="accent1"/>
                          </a:solidFill>
                          <a:latin typeface="Times New Roman" panose="02020603050405020304" pitchFamily="18" charset="0"/>
                          <a:cs typeface="Times New Roman" panose="02020603050405020304" pitchFamily="18" charset="0"/>
                        </a:rPr>
                        <a:t>Entity</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a:t>
                      </a:r>
                      <a:r>
                        <a:rPr lang="en-IN" sz="2400">
                          <a:solidFill>
                            <a:schemeClr val="accent1"/>
                          </a:solidFill>
                          <a:latin typeface="Times New Roman" panose="02020603050405020304" pitchFamily="18" charset="0"/>
                          <a:cs typeface="Times New Roman" panose="02020603050405020304" pitchFamily="18" charset="0"/>
                        </a:rPr>
                        <a:t>Primary Key</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a:t>
                      </a:r>
                      <a:r>
                        <a:rPr lang="en-IN" sz="2400">
                          <a:solidFill>
                            <a:schemeClr val="accent1"/>
                          </a:solidFill>
                          <a:latin typeface="Times New Roman" panose="02020603050405020304" pitchFamily="18" charset="0"/>
                          <a:cs typeface="Times New Roman" panose="02020603050405020304" pitchFamily="18" charset="0"/>
                        </a:rPr>
                        <a:t>Foreign Key</a:t>
                      </a:r>
                    </a:p>
                  </a:txBody>
                  <a:tcPr marL="9376" marR="9376" marT="4688" marB="4688" anchor="ctr"/>
                </a:tc>
                <a:extLst>
                  <a:ext uri="{0D108BD9-81ED-4DB2-BD59-A6C34878D82A}">
                    <a16:rowId xmlns:a16="http://schemas.microsoft.com/office/drawing/2014/main" val="1645200855"/>
                  </a:ext>
                </a:extLst>
              </a:tr>
              <a:tr h="503950">
                <a:tc>
                  <a:txBody>
                    <a:bodyPr/>
                    <a:lstStyle/>
                    <a:p>
                      <a:pPr algn="l">
                        <a:buNone/>
                      </a:pPr>
                      <a:r>
                        <a:rPr lang="en-IN" sz="2000">
                          <a:latin typeface="Times New Roman" panose="02020603050405020304" pitchFamily="18" charset="0"/>
                          <a:cs typeface="Times New Roman" panose="02020603050405020304" pitchFamily="18" charset="0"/>
                        </a:rPr>
                        <a:t> Student</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Student_ID</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Department_ID</a:t>
                      </a:r>
                    </a:p>
                  </a:txBody>
                  <a:tcPr marL="9376" marR="9376" marT="4688" marB="4688" anchor="ctr"/>
                </a:tc>
                <a:extLst>
                  <a:ext uri="{0D108BD9-81ED-4DB2-BD59-A6C34878D82A}">
                    <a16:rowId xmlns:a16="http://schemas.microsoft.com/office/drawing/2014/main" val="4265095817"/>
                  </a:ext>
                </a:extLst>
              </a:tr>
              <a:tr h="503950">
                <a:tc>
                  <a:txBody>
                    <a:bodyPr/>
                    <a:lstStyle/>
                    <a:p>
                      <a:pPr algn="l">
                        <a:buNone/>
                      </a:pPr>
                      <a:r>
                        <a:rPr lang="en-IN" sz="2000">
                          <a:latin typeface="Times New Roman" panose="02020603050405020304" pitchFamily="18" charset="0"/>
                          <a:cs typeface="Times New Roman" panose="02020603050405020304" pitchFamily="18" charset="0"/>
                        </a:rPr>
                        <a:t> Department</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Department_ID</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a:t>
                      </a:r>
                    </a:p>
                  </a:txBody>
                  <a:tcPr marL="9376" marR="9376" marT="4688" marB="4688" anchor="ctr"/>
                </a:tc>
                <a:extLst>
                  <a:ext uri="{0D108BD9-81ED-4DB2-BD59-A6C34878D82A}">
                    <a16:rowId xmlns:a16="http://schemas.microsoft.com/office/drawing/2014/main" val="2087739022"/>
                  </a:ext>
                </a:extLst>
              </a:tr>
              <a:tr h="503950">
                <a:tc>
                  <a:txBody>
                    <a:bodyPr/>
                    <a:lstStyle/>
                    <a:p>
                      <a:pPr algn="l">
                        <a:buNone/>
                      </a:pPr>
                      <a:r>
                        <a:rPr lang="en-IN" sz="2000">
                          <a:latin typeface="Times New Roman" panose="02020603050405020304" pitchFamily="18" charset="0"/>
                          <a:cs typeface="Times New Roman" panose="02020603050405020304" pitchFamily="18" charset="0"/>
                        </a:rPr>
                        <a:t> Faculty</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Faculty_ID</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Department_ID</a:t>
                      </a:r>
                    </a:p>
                  </a:txBody>
                  <a:tcPr marL="9376" marR="9376" marT="4688" marB="4688" anchor="ctr"/>
                </a:tc>
                <a:extLst>
                  <a:ext uri="{0D108BD9-81ED-4DB2-BD59-A6C34878D82A}">
                    <a16:rowId xmlns:a16="http://schemas.microsoft.com/office/drawing/2014/main" val="933792578"/>
                  </a:ext>
                </a:extLst>
              </a:tr>
              <a:tr h="750718">
                <a:tc>
                  <a:txBody>
                    <a:bodyPr/>
                    <a:lstStyle/>
                    <a:p>
                      <a:pPr algn="l">
                        <a:buNone/>
                      </a:pPr>
                      <a:r>
                        <a:rPr lang="en-IN" sz="2000">
                          <a:latin typeface="Times New Roman" panose="02020603050405020304" pitchFamily="18" charset="0"/>
                          <a:cs typeface="Times New Roman" panose="02020603050405020304" pitchFamily="18" charset="0"/>
                        </a:rPr>
                        <a:t> Course</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Course_ID</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Department_ID, Faculty_ID</a:t>
                      </a:r>
                    </a:p>
                  </a:txBody>
                  <a:tcPr marL="9376" marR="9376" marT="4688" marB="4688" anchor="ctr"/>
                </a:tc>
                <a:extLst>
                  <a:ext uri="{0D108BD9-81ED-4DB2-BD59-A6C34878D82A}">
                    <a16:rowId xmlns:a16="http://schemas.microsoft.com/office/drawing/2014/main" val="1261697180"/>
                  </a:ext>
                </a:extLst>
              </a:tr>
              <a:tr h="750718">
                <a:tc>
                  <a:txBody>
                    <a:bodyPr/>
                    <a:lstStyle/>
                    <a:p>
                      <a:pPr algn="l">
                        <a:buNone/>
                      </a:pPr>
                      <a:r>
                        <a:rPr lang="en-IN" sz="2000">
                          <a:latin typeface="Times New Roman" panose="02020603050405020304" pitchFamily="18" charset="0"/>
                          <a:cs typeface="Times New Roman" panose="02020603050405020304" pitchFamily="18" charset="0"/>
                        </a:rPr>
                        <a:t> Enrollment</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Enrollment_ID</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Student_ID, Course_ID</a:t>
                      </a:r>
                    </a:p>
                  </a:txBody>
                  <a:tcPr marL="9376" marR="9376" marT="4688" marB="4688" anchor="ctr"/>
                </a:tc>
                <a:extLst>
                  <a:ext uri="{0D108BD9-81ED-4DB2-BD59-A6C34878D82A}">
                    <a16:rowId xmlns:a16="http://schemas.microsoft.com/office/drawing/2014/main" val="3737922659"/>
                  </a:ext>
                </a:extLst>
              </a:tr>
              <a:tr h="750718">
                <a:tc>
                  <a:txBody>
                    <a:bodyPr/>
                    <a:lstStyle/>
                    <a:p>
                      <a:pPr algn="l">
                        <a:buNone/>
                      </a:pPr>
                      <a:r>
                        <a:rPr lang="en-IN" sz="2000">
                          <a:latin typeface="Times New Roman" panose="02020603050405020304" pitchFamily="18" charset="0"/>
                          <a:cs typeface="Times New Roman" panose="02020603050405020304" pitchFamily="18" charset="0"/>
                        </a:rPr>
                        <a:t> Attendance</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Attendance_ID</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Student_ID, Course_ID</a:t>
                      </a:r>
                    </a:p>
                  </a:txBody>
                  <a:tcPr marL="9376" marR="9376" marT="4688" marB="4688" anchor="ctr"/>
                </a:tc>
                <a:extLst>
                  <a:ext uri="{0D108BD9-81ED-4DB2-BD59-A6C34878D82A}">
                    <a16:rowId xmlns:a16="http://schemas.microsoft.com/office/drawing/2014/main" val="2889565733"/>
                  </a:ext>
                </a:extLst>
              </a:tr>
              <a:tr h="656352">
                <a:tc>
                  <a:txBody>
                    <a:bodyPr/>
                    <a:lstStyle/>
                    <a:p>
                      <a:pPr algn="l">
                        <a:buNone/>
                      </a:pPr>
                      <a:r>
                        <a:rPr lang="en-IN" sz="2000">
                          <a:latin typeface="Times New Roman" panose="02020603050405020304" pitchFamily="18" charset="0"/>
                          <a:cs typeface="Times New Roman" panose="02020603050405020304" pitchFamily="18" charset="0"/>
                        </a:rPr>
                        <a:t> Examination</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Exam_ID</a:t>
                      </a:r>
                    </a:p>
                  </a:txBody>
                  <a:tcPr marL="9376" marR="9376" marT="4688" marB="4688" anchor="ctr"/>
                </a:tc>
                <a:tc>
                  <a:txBody>
                    <a:bodyPr/>
                    <a:lstStyle/>
                    <a:p>
                      <a:pPr algn="l">
                        <a:buNone/>
                      </a:pPr>
                      <a:r>
                        <a:rPr lang="en-IN" sz="2000">
                          <a:latin typeface="Times New Roman" panose="02020603050405020304" pitchFamily="18" charset="0"/>
                          <a:cs typeface="Times New Roman" panose="02020603050405020304" pitchFamily="18" charset="0"/>
                        </a:rPr>
                        <a:t> Course_ID</a:t>
                      </a:r>
                    </a:p>
                  </a:txBody>
                  <a:tcPr marL="9376" marR="9376" marT="4688" marB="4688" anchor="ctr"/>
                </a:tc>
                <a:extLst>
                  <a:ext uri="{0D108BD9-81ED-4DB2-BD59-A6C34878D82A}">
                    <a16:rowId xmlns:a16="http://schemas.microsoft.com/office/drawing/2014/main" val="1053903079"/>
                  </a:ext>
                </a:extLst>
              </a:tr>
            </a:tbl>
          </a:graphicData>
        </a:graphic>
      </p:graphicFrame>
    </p:spTree>
    <p:extLst>
      <p:ext uri="{BB962C8B-B14F-4D97-AF65-F5344CB8AC3E}">
        <p14:creationId xmlns:p14="http://schemas.microsoft.com/office/powerpoint/2010/main" val="1510185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DESIGN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GITHUB REPOSITORY &amp; TEAM</a:t>
            </a:r>
          </a:p>
        </p:txBody>
      </p:sp>
      <p:sp>
        <p:nvSpPr>
          <p:cNvPr id="8" name="TextBox 7">
            <a:extLst>
              <a:ext uri="{FF2B5EF4-FFF2-40B4-BE49-F238E27FC236}">
                <a16:creationId xmlns:a16="http://schemas.microsoft.com/office/drawing/2014/main" id="{B0D49252-F22F-41D3-C8DD-222645189805}"/>
              </a:ext>
            </a:extLst>
          </p:cNvPr>
          <p:cNvSpPr txBox="1"/>
          <p:nvPr/>
        </p:nvSpPr>
        <p:spPr>
          <a:xfrm>
            <a:off x="889000" y="1315859"/>
            <a:ext cx="12115800" cy="523220"/>
          </a:xfrm>
          <a:prstGeom prst="rect">
            <a:avLst/>
          </a:prstGeom>
          <a:noFill/>
        </p:spPr>
        <p:txBody>
          <a:bodyPr wrap="square" rtlCol="0">
            <a:spAutoFit/>
          </a:bodyPr>
          <a:lstStyle/>
          <a:p>
            <a:r>
              <a:rPr lang="en-IN" sz="2800">
                <a:latin typeface="Times New Roman" panose="02020603050405020304" pitchFamily="18" charset="0"/>
                <a:cs typeface="Times New Roman" panose="02020603050405020304" pitchFamily="18" charset="0"/>
              </a:rPr>
              <a:t>Repository link : </a:t>
            </a:r>
            <a:r>
              <a:rPr lang="en-IN" sz="2400">
                <a:latin typeface="Times New Roman" panose="02020603050405020304" pitchFamily="18" charset="0"/>
                <a:cs typeface="Times New Roman" panose="02020603050405020304" pitchFamily="18" charset="0"/>
                <a:hlinkClick r:id="rId6"/>
              </a:rPr>
              <a:t>https://github.com/harshini-6667/University-Academic-Management-DBMS</a:t>
            </a:r>
            <a:endParaRPr lang="en-IN" sz="2400">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6B4C914A-EEDC-1CB5-273A-A618752A8459}"/>
              </a:ext>
            </a:extLst>
          </p:cNvPr>
          <p:cNvGraphicFramePr>
            <a:graphicFrameLocks noGrp="1"/>
          </p:cNvGraphicFramePr>
          <p:nvPr>
            <p:extLst>
              <p:ext uri="{D42A27DB-BD31-4B8C-83A1-F6EECF244321}">
                <p14:modId xmlns:p14="http://schemas.microsoft.com/office/powerpoint/2010/main" val="2567241414"/>
              </p:ext>
            </p:extLst>
          </p:nvPr>
        </p:nvGraphicFramePr>
        <p:xfrm>
          <a:off x="736600" y="2133600"/>
          <a:ext cx="12268200" cy="4461307"/>
        </p:xfrm>
        <a:graphic>
          <a:graphicData uri="http://schemas.openxmlformats.org/drawingml/2006/table">
            <a:tbl>
              <a:tblPr firstRow="1" bandRow="1">
                <a:tableStyleId>{7DF18680-E054-41AD-8BC1-D1AEF772440D}</a:tableStyleId>
              </a:tblPr>
              <a:tblGrid>
                <a:gridCol w="3429000">
                  <a:extLst>
                    <a:ext uri="{9D8B030D-6E8A-4147-A177-3AD203B41FA5}">
                      <a16:colId xmlns:a16="http://schemas.microsoft.com/office/drawing/2014/main" val="1107155301"/>
                    </a:ext>
                  </a:extLst>
                </a:gridCol>
                <a:gridCol w="2438400">
                  <a:extLst>
                    <a:ext uri="{9D8B030D-6E8A-4147-A177-3AD203B41FA5}">
                      <a16:colId xmlns:a16="http://schemas.microsoft.com/office/drawing/2014/main" val="3440254759"/>
                    </a:ext>
                  </a:extLst>
                </a:gridCol>
                <a:gridCol w="6400800">
                  <a:extLst>
                    <a:ext uri="{9D8B030D-6E8A-4147-A177-3AD203B41FA5}">
                      <a16:colId xmlns:a16="http://schemas.microsoft.com/office/drawing/2014/main" val="92978314"/>
                    </a:ext>
                  </a:extLst>
                </a:gridCol>
              </a:tblGrid>
              <a:tr h="769213">
                <a:tc>
                  <a:txBody>
                    <a:bodyPr/>
                    <a:lstStyle/>
                    <a:p>
                      <a:r>
                        <a:rPr lang="en-IN"/>
                        <a:t>      </a:t>
                      </a:r>
                    </a:p>
                    <a:p>
                      <a:r>
                        <a:rPr lang="en-IN" sz="2400">
                          <a:latin typeface="Times New Roman" panose="02020603050405020304" pitchFamily="18" charset="0"/>
                          <a:cs typeface="Times New Roman" panose="02020603050405020304" pitchFamily="18" charset="0"/>
                        </a:rPr>
                        <a:t>            Student Name</a:t>
                      </a:r>
                    </a:p>
                  </a:txBody>
                  <a:tcPr/>
                </a:tc>
                <a:tc>
                  <a:txBody>
                    <a:bodyPr/>
                    <a:lstStyle/>
                    <a:p>
                      <a:endParaRPr lang="en-IN"/>
                    </a:p>
                    <a:p>
                      <a:r>
                        <a:rPr lang="en-IN"/>
                        <a:t>    </a:t>
                      </a:r>
                      <a:r>
                        <a:rPr lang="en-IN" sz="2400">
                          <a:latin typeface="Times New Roman" panose="02020603050405020304" pitchFamily="18" charset="0"/>
                          <a:cs typeface="Times New Roman" panose="02020603050405020304" pitchFamily="18" charset="0"/>
                        </a:rPr>
                        <a:t>Roll number</a:t>
                      </a:r>
                    </a:p>
                  </a:txBody>
                  <a:tcPr/>
                </a:tc>
                <a:tc>
                  <a:txBody>
                    <a:bodyPr/>
                    <a:lstStyle/>
                    <a:p>
                      <a:endParaRPr lang="en-IN"/>
                    </a:p>
                    <a:p>
                      <a:r>
                        <a:rPr lang="en-IN"/>
                        <a:t>    </a:t>
                      </a:r>
                      <a:r>
                        <a:rPr lang="en-IN" sz="2400">
                          <a:latin typeface="Times New Roman" panose="02020603050405020304" pitchFamily="18" charset="0"/>
                          <a:cs typeface="Times New Roman" panose="02020603050405020304" pitchFamily="18" charset="0"/>
                        </a:rPr>
                        <a:t>Role/Responsibility</a:t>
                      </a:r>
                    </a:p>
                  </a:txBody>
                  <a:tcPr/>
                </a:tc>
                <a:extLst>
                  <a:ext uri="{0D108BD9-81ED-4DB2-BD59-A6C34878D82A}">
                    <a16:rowId xmlns:a16="http://schemas.microsoft.com/office/drawing/2014/main" val="3259457302"/>
                  </a:ext>
                </a:extLst>
              </a:tr>
              <a:tr h="830987">
                <a:tc>
                  <a:txBody>
                    <a:bodyPr/>
                    <a:lstStyle/>
                    <a:p>
                      <a:endParaRPr lang="en-IN"/>
                    </a:p>
                    <a:p>
                      <a:r>
                        <a:rPr lang="en-IN"/>
                        <a:t>K.Varun Kumar</a:t>
                      </a:r>
                    </a:p>
                  </a:txBody>
                  <a:tcPr/>
                </a:tc>
                <a:tc>
                  <a:txBody>
                    <a:bodyPr/>
                    <a:lstStyle/>
                    <a:p>
                      <a:endParaRPr lang="en-IN"/>
                    </a:p>
                    <a:p>
                      <a:r>
                        <a:rPr lang="en-IN"/>
                        <a:t>25B11AI579</a:t>
                      </a:r>
                    </a:p>
                  </a:txBody>
                  <a:tcPr/>
                </a:tc>
                <a:tc>
                  <a:txBody>
                    <a:bodyPr/>
                    <a:lstStyle/>
                    <a:p>
                      <a:r>
                        <a:rPr lang="en-IN">
                          <a:latin typeface="Times New Roman" panose="02020603050405020304" pitchFamily="18" charset="0"/>
                          <a:cs typeface="Times New Roman" panose="02020603050405020304" pitchFamily="18" charset="0"/>
                        </a:rPr>
                        <a:t>Coordinate the team, finalize requirements, prepare the ER diagram, identify entities and relationships, and design the database structure.</a:t>
                      </a:r>
                    </a:p>
                  </a:txBody>
                  <a:tcPr/>
                </a:tc>
                <a:extLst>
                  <a:ext uri="{0D108BD9-81ED-4DB2-BD59-A6C34878D82A}">
                    <a16:rowId xmlns:a16="http://schemas.microsoft.com/office/drawing/2014/main" val="2281976792"/>
                  </a:ext>
                </a:extLst>
              </a:tr>
              <a:tr h="838200">
                <a:tc>
                  <a:txBody>
                    <a:bodyPr/>
                    <a:lstStyle/>
                    <a:p>
                      <a:endParaRPr lang="en-IN"/>
                    </a:p>
                    <a:p>
                      <a:r>
                        <a:rPr lang="en-IN"/>
                        <a:t>K.Dolly Supriya</a:t>
                      </a:r>
                    </a:p>
                  </a:txBody>
                  <a:tcPr/>
                </a:tc>
                <a:tc>
                  <a:txBody>
                    <a:bodyPr/>
                    <a:lstStyle/>
                    <a:p>
                      <a:endParaRPr lang="en-IN"/>
                    </a:p>
                    <a:p>
                      <a:r>
                        <a:rPr lang="en-IN"/>
                        <a:t>25B11AI608</a:t>
                      </a:r>
                    </a:p>
                  </a:txBody>
                  <a:tcPr/>
                </a:tc>
                <a:tc>
                  <a:txBody>
                    <a:bodyPr/>
                    <a:lstStyle/>
                    <a:p>
                      <a:r>
                        <a:rPr lang="en-IN">
                          <a:latin typeface="Times New Roman" panose="02020603050405020304" pitchFamily="18" charset="0"/>
                          <a:cs typeface="Times New Roman" panose="02020603050405020304" pitchFamily="18" charset="0"/>
                        </a:rPr>
                        <a:t>Create database tables, define primary and foreign keys, write SQL queries, implement constraints, and manage database operations</a:t>
                      </a:r>
                      <a:r>
                        <a:rPr lang="en-IN"/>
                        <a:t>.</a:t>
                      </a:r>
                    </a:p>
                  </a:txBody>
                  <a:tcPr/>
                </a:tc>
                <a:extLst>
                  <a:ext uri="{0D108BD9-81ED-4DB2-BD59-A6C34878D82A}">
                    <a16:rowId xmlns:a16="http://schemas.microsoft.com/office/drawing/2014/main" val="1808674681"/>
                  </a:ext>
                </a:extLst>
              </a:tr>
              <a:tr h="969747">
                <a:tc>
                  <a:txBody>
                    <a:bodyPr/>
                    <a:lstStyle/>
                    <a:p>
                      <a:endParaRPr lang="en-IN"/>
                    </a:p>
                    <a:p>
                      <a:r>
                        <a:rPr lang="en-IN"/>
                        <a:t>K.Harshini</a:t>
                      </a:r>
                    </a:p>
                  </a:txBody>
                  <a:tcPr/>
                </a:tc>
                <a:tc>
                  <a:txBody>
                    <a:bodyPr/>
                    <a:lstStyle/>
                    <a:p>
                      <a:endParaRPr lang="en-IN"/>
                    </a:p>
                    <a:p>
                      <a:r>
                        <a:rPr lang="en-IN"/>
                        <a:t>25B11AI620</a:t>
                      </a:r>
                    </a:p>
                  </a:txBody>
                  <a:tcPr/>
                </a:tc>
                <a:tc>
                  <a:txBody>
                    <a:bodyPr/>
                    <a:lstStyle/>
                    <a:p>
                      <a:r>
                        <a:rPr lang="en-IN">
                          <a:latin typeface="Times New Roman" panose="02020603050405020304" pitchFamily="18" charset="0"/>
                          <a:cs typeface="Times New Roman" panose="02020603050405020304" pitchFamily="18" charset="0"/>
                        </a:rPr>
                        <a:t>Prepare sample data, insert and update records, perform CRUD operations, test relationships, identify errors, and verify data accuracy</a:t>
                      </a:r>
                      <a:r>
                        <a:rPr lang="en-IN"/>
                        <a:t>.</a:t>
                      </a:r>
                    </a:p>
                  </a:txBody>
                  <a:tcPr/>
                </a:tc>
                <a:extLst>
                  <a:ext uri="{0D108BD9-81ED-4DB2-BD59-A6C34878D82A}">
                    <a16:rowId xmlns:a16="http://schemas.microsoft.com/office/drawing/2014/main" val="3153390446"/>
                  </a:ext>
                </a:extLst>
              </a:tr>
              <a:tr h="969747">
                <a:tc>
                  <a:txBody>
                    <a:bodyPr/>
                    <a:lstStyle/>
                    <a:p>
                      <a:endParaRPr lang="en-IN"/>
                    </a:p>
                    <a:p>
                      <a:r>
                        <a:rPr lang="en-IN"/>
                        <a:t>A.Jyoshna</a:t>
                      </a:r>
                    </a:p>
                  </a:txBody>
                  <a:tcPr/>
                </a:tc>
                <a:tc>
                  <a:txBody>
                    <a:bodyPr/>
                    <a:lstStyle/>
                    <a:p>
                      <a:endParaRPr lang="en-IN"/>
                    </a:p>
                    <a:p>
                      <a:r>
                        <a:rPr lang="en-IN"/>
                        <a:t>25B11AI447</a:t>
                      </a:r>
                    </a:p>
                  </a:txBody>
                  <a:tcPr/>
                </a:tc>
                <a:tc>
                  <a:txBody>
                    <a:bodyPr/>
                    <a:lstStyle/>
                    <a:p>
                      <a:pPr>
                        <a:buNone/>
                      </a:pPr>
                      <a:r>
                        <a:rPr lang="en-IN">
                          <a:latin typeface="Times New Roman" panose="02020603050405020304" pitchFamily="18" charset="0"/>
                          <a:cs typeface="Times New Roman" panose="02020603050405020304" pitchFamily="18" charset="0"/>
                        </a:rPr>
                        <a:t>Prepare PPT and project documentation, maintain the README file, collect screenshots, explain project features, and handle the final presentation and demonstration.</a:t>
                      </a:r>
                    </a:p>
                  </a:txBody>
                  <a:tcPr anchor="ctr"/>
                </a:tc>
                <a:extLst>
                  <a:ext uri="{0D108BD9-81ED-4DB2-BD59-A6C34878D82A}">
                    <a16:rowId xmlns:a16="http://schemas.microsoft.com/office/drawing/2014/main" val="1917431217"/>
                  </a:ext>
                </a:extLst>
              </a:tr>
            </a:tbl>
          </a:graphicData>
        </a:graphic>
      </p:graphicFrame>
    </p:spTree>
    <p:extLst>
      <p:ext uri="{BB962C8B-B14F-4D97-AF65-F5344CB8AC3E}">
        <p14:creationId xmlns:p14="http://schemas.microsoft.com/office/powerpoint/2010/main" val="26077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DATABASE &amp; CONSTRAINTS</a:t>
            </a:r>
          </a:p>
        </p:txBody>
      </p:sp>
      <p:sp>
        <p:nvSpPr>
          <p:cNvPr id="9" name="TextBox 8">
            <a:extLst>
              <a:ext uri="{FF2B5EF4-FFF2-40B4-BE49-F238E27FC236}">
                <a16:creationId xmlns:a16="http://schemas.microsoft.com/office/drawing/2014/main" id="{7A800D15-2389-5516-DA9E-AC441973A9C8}"/>
              </a:ext>
            </a:extLst>
          </p:cNvPr>
          <p:cNvSpPr txBox="1"/>
          <p:nvPr/>
        </p:nvSpPr>
        <p:spPr>
          <a:xfrm>
            <a:off x="3629071" y="2362201"/>
            <a:ext cx="6781800" cy="461665"/>
          </a:xfrm>
          <a:prstGeom prst="rect">
            <a:avLst/>
          </a:prstGeom>
          <a:noFill/>
        </p:spPr>
        <p:txBody>
          <a:bodyPr wrap="square">
            <a:spAutoFit/>
          </a:bodyPr>
          <a:lstStyle/>
          <a:p>
            <a:endParaRPr lang="en-IN" sz="2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0284016D-1E0D-AED3-6710-70B0FCE96DFC}"/>
              </a:ext>
            </a:extLst>
          </p:cNvPr>
          <p:cNvSpPr txBox="1"/>
          <p:nvPr/>
        </p:nvSpPr>
        <p:spPr>
          <a:xfrm>
            <a:off x="889001" y="973628"/>
            <a:ext cx="7293540" cy="6186309"/>
          </a:xfrm>
          <a:prstGeom prst="rect">
            <a:avLst/>
          </a:prstGeom>
          <a:noFill/>
        </p:spPr>
        <p:txBody>
          <a:bodyPr wrap="square">
            <a:spAutoFit/>
          </a:bodyPr>
          <a:lstStyle/>
          <a:p>
            <a:r>
              <a:rPr lang="en-IN">
                <a:latin typeface="Times New Roman" panose="02020603050405020304" pitchFamily="18" charset="0"/>
                <a:cs typeface="Times New Roman" panose="02020603050405020304" pitchFamily="18" charset="0"/>
              </a:rPr>
              <a:t>CREATE TABLE Department (   </a:t>
            </a:r>
          </a:p>
          <a:p>
            <a:r>
              <a:rPr lang="en-IN">
                <a:latin typeface="Times New Roman" panose="02020603050405020304" pitchFamily="18" charset="0"/>
                <a:cs typeface="Times New Roman" panose="02020603050405020304" pitchFamily="18" charset="0"/>
              </a:rPr>
              <a:t>   Department_ID INT PRIMARY KEY,</a:t>
            </a:r>
          </a:p>
          <a:p>
            <a:r>
              <a:rPr lang="en-IN">
                <a:latin typeface="Times New Roman" panose="02020603050405020304" pitchFamily="18" charset="0"/>
                <a:cs typeface="Times New Roman" panose="02020603050405020304" pitchFamily="18" charset="0"/>
              </a:rPr>
              <a:t>   Department_Name VARCHAR(100) NOT NULL, </a:t>
            </a:r>
          </a:p>
          <a:p>
            <a:r>
              <a:rPr lang="en-IN">
                <a:latin typeface="Times New Roman" panose="02020603050405020304" pitchFamily="18" charset="0"/>
                <a:cs typeface="Times New Roman" panose="02020603050405020304" pitchFamily="18" charset="0"/>
              </a:rPr>
              <a:t>   HOD_Name VARCHAR(100) </a:t>
            </a:r>
          </a:p>
          <a:p>
            <a:r>
              <a:rPr lang="en-IN">
                <a:latin typeface="Times New Roman" panose="02020603050405020304" pitchFamily="18" charset="0"/>
                <a:cs typeface="Times New Roman" panose="02020603050405020304" pitchFamily="18" charset="0"/>
              </a:rPr>
              <a:t>);</a:t>
            </a:r>
          </a:p>
          <a:p>
            <a:r>
              <a:rPr lang="en-IN">
                <a:latin typeface="Times New Roman" panose="02020603050405020304" pitchFamily="18" charset="0"/>
                <a:cs typeface="Times New Roman" panose="02020603050405020304" pitchFamily="18" charset="0"/>
              </a:rPr>
              <a:t>CREATE TABLE Student ( </a:t>
            </a:r>
          </a:p>
          <a:p>
            <a:r>
              <a:rPr lang="en-IN">
                <a:latin typeface="Times New Roman" panose="02020603050405020304" pitchFamily="18" charset="0"/>
                <a:cs typeface="Times New Roman" panose="02020603050405020304" pitchFamily="18" charset="0"/>
              </a:rPr>
              <a:t>  Student_ID INT PRIMARY KEY, </a:t>
            </a:r>
          </a:p>
          <a:p>
            <a:r>
              <a:rPr lang="en-IN">
                <a:latin typeface="Times New Roman" panose="02020603050405020304" pitchFamily="18" charset="0"/>
                <a:cs typeface="Times New Roman" panose="02020603050405020304" pitchFamily="18" charset="0"/>
              </a:rPr>
              <a:t>  Name VARCHAR(100) NOT NULL, </a:t>
            </a:r>
          </a:p>
          <a:p>
            <a:r>
              <a:rPr lang="en-IN">
                <a:latin typeface="Times New Roman" panose="02020603050405020304" pitchFamily="18" charset="0"/>
                <a:cs typeface="Times New Roman" panose="02020603050405020304" pitchFamily="18" charset="0"/>
              </a:rPr>
              <a:t>  Email VARCHAR(100) UNIQUE,  </a:t>
            </a:r>
          </a:p>
          <a:p>
            <a:r>
              <a:rPr lang="en-IN">
                <a:latin typeface="Times New Roman" panose="02020603050405020304" pitchFamily="18" charset="0"/>
                <a:cs typeface="Times New Roman" panose="02020603050405020304" pitchFamily="18" charset="0"/>
              </a:rPr>
              <a:t>  Phone VARCHAR(15),  </a:t>
            </a:r>
          </a:p>
          <a:p>
            <a:r>
              <a:rPr lang="en-IN">
                <a:latin typeface="Times New Roman" panose="02020603050405020304" pitchFamily="18" charset="0"/>
                <a:cs typeface="Times New Roman" panose="02020603050405020304" pitchFamily="18" charset="0"/>
              </a:rPr>
              <a:t>  Department_ID INT,</a:t>
            </a:r>
          </a:p>
          <a:p>
            <a:r>
              <a:rPr lang="en-IN">
                <a:latin typeface="Times New Roman" panose="02020603050405020304" pitchFamily="18" charset="0"/>
                <a:cs typeface="Times New Roman" panose="02020603050405020304" pitchFamily="18" charset="0"/>
              </a:rPr>
              <a:t>  FOREIGN KEY (Department_ID) </a:t>
            </a:r>
          </a:p>
          <a:p>
            <a:r>
              <a:rPr lang="en-IN">
                <a:latin typeface="Times New Roman" panose="02020603050405020304" pitchFamily="18" charset="0"/>
                <a:cs typeface="Times New Roman" panose="02020603050405020304" pitchFamily="18" charset="0"/>
              </a:rPr>
              <a:t>  REFERENCES Department(Department_ID) </a:t>
            </a:r>
          </a:p>
          <a:p>
            <a:r>
              <a:rPr lang="en-IN">
                <a:latin typeface="Times New Roman" panose="02020603050405020304" pitchFamily="18" charset="0"/>
                <a:cs typeface="Times New Roman" panose="02020603050405020304" pitchFamily="18" charset="0"/>
              </a:rPr>
              <a:t>); </a:t>
            </a:r>
          </a:p>
          <a:p>
            <a:r>
              <a:rPr lang="en-IN">
                <a:latin typeface="Times New Roman" panose="02020603050405020304" pitchFamily="18" charset="0"/>
                <a:cs typeface="Times New Roman" panose="02020603050405020304" pitchFamily="18" charset="0"/>
              </a:rPr>
              <a:t>CREATE TABLE Faculty ( </a:t>
            </a:r>
          </a:p>
          <a:p>
            <a:r>
              <a:rPr lang="en-IN">
                <a:latin typeface="Times New Roman" panose="02020603050405020304" pitchFamily="18" charset="0"/>
                <a:cs typeface="Times New Roman" panose="02020603050405020304" pitchFamily="18" charset="0"/>
              </a:rPr>
              <a:t>  Faculty_ID INT PRIMARY KEY, </a:t>
            </a:r>
          </a:p>
          <a:p>
            <a:r>
              <a:rPr lang="en-IN">
                <a:latin typeface="Times New Roman" panose="02020603050405020304" pitchFamily="18" charset="0"/>
                <a:cs typeface="Times New Roman" panose="02020603050405020304" pitchFamily="18" charset="0"/>
              </a:rPr>
              <a:t>  Faculty_Name VARCHAR(100) NOT NULL,</a:t>
            </a:r>
          </a:p>
          <a:p>
            <a:r>
              <a:rPr lang="en-IN">
                <a:latin typeface="Times New Roman" panose="02020603050405020304" pitchFamily="18" charset="0"/>
                <a:cs typeface="Times New Roman" panose="02020603050405020304" pitchFamily="18" charset="0"/>
              </a:rPr>
              <a:t>  Email VARCHAR(100) UNIQUE, </a:t>
            </a:r>
          </a:p>
          <a:p>
            <a:r>
              <a:rPr lang="en-IN">
                <a:latin typeface="Times New Roman" panose="02020603050405020304" pitchFamily="18" charset="0"/>
                <a:cs typeface="Times New Roman" panose="02020603050405020304" pitchFamily="18" charset="0"/>
              </a:rPr>
              <a:t>  Department_ID INT, </a:t>
            </a:r>
          </a:p>
          <a:p>
            <a:r>
              <a:rPr lang="en-IN">
                <a:latin typeface="Times New Roman" panose="02020603050405020304" pitchFamily="18" charset="0"/>
                <a:cs typeface="Times New Roman" panose="02020603050405020304" pitchFamily="18" charset="0"/>
              </a:rPr>
              <a:t>  FOREIGN KEY (Department_ID)</a:t>
            </a:r>
          </a:p>
          <a:p>
            <a:r>
              <a:rPr lang="en-IN">
                <a:latin typeface="Times New Roman" panose="02020603050405020304" pitchFamily="18" charset="0"/>
                <a:cs typeface="Times New Roman" panose="02020603050405020304" pitchFamily="18" charset="0"/>
              </a:rPr>
              <a:t>  REFERENCES Department(Department_ID) </a:t>
            </a:r>
          </a:p>
          <a:p>
            <a:r>
              <a:rPr lang="en-IN">
                <a:latin typeface="Times New Roman" panose="02020603050405020304" pitchFamily="18" charset="0"/>
                <a:cs typeface="Times New Roman" panose="02020603050405020304" pitchFamily="18" charset="0"/>
              </a:rPr>
              <a:t>); </a:t>
            </a:r>
          </a:p>
        </p:txBody>
      </p:sp>
      <p:sp>
        <p:nvSpPr>
          <p:cNvPr id="14" name="TextBox 13">
            <a:extLst>
              <a:ext uri="{FF2B5EF4-FFF2-40B4-BE49-F238E27FC236}">
                <a16:creationId xmlns:a16="http://schemas.microsoft.com/office/drawing/2014/main" id="{41317F1D-0675-DD8F-4BC7-59754CCB4C92}"/>
              </a:ext>
            </a:extLst>
          </p:cNvPr>
          <p:cNvSpPr txBox="1"/>
          <p:nvPr/>
        </p:nvSpPr>
        <p:spPr>
          <a:xfrm>
            <a:off x="6526302" y="1001000"/>
            <a:ext cx="6781800" cy="5355312"/>
          </a:xfrm>
          <a:prstGeom prst="rect">
            <a:avLst/>
          </a:prstGeom>
          <a:noFill/>
        </p:spPr>
        <p:txBody>
          <a:bodyPr wrap="square">
            <a:spAutoFit/>
          </a:bodyPr>
          <a:lstStyle/>
          <a:p>
            <a:r>
              <a:rPr lang="en-IN">
                <a:latin typeface="Times New Roman" panose="02020603050405020304" pitchFamily="18" charset="0"/>
                <a:cs typeface="Times New Roman" panose="02020603050405020304" pitchFamily="18" charset="0"/>
              </a:rPr>
              <a:t>CREATE TABLE Course ( </a:t>
            </a:r>
          </a:p>
          <a:p>
            <a:r>
              <a:rPr lang="en-IN">
                <a:latin typeface="Times New Roman" panose="02020603050405020304" pitchFamily="18" charset="0"/>
                <a:cs typeface="Times New Roman" panose="02020603050405020304" pitchFamily="18" charset="0"/>
              </a:rPr>
              <a:t>  Course_ID INT PRIMARY KEY, </a:t>
            </a:r>
          </a:p>
          <a:p>
            <a:r>
              <a:rPr lang="en-IN">
                <a:latin typeface="Times New Roman" panose="02020603050405020304" pitchFamily="18" charset="0"/>
                <a:cs typeface="Times New Roman" panose="02020603050405020304" pitchFamily="18" charset="0"/>
              </a:rPr>
              <a:t>  Course_Name VARCHAR(100) NOT NULL, </a:t>
            </a:r>
          </a:p>
          <a:p>
            <a:r>
              <a:rPr lang="en-IN">
                <a:latin typeface="Times New Roman" panose="02020603050405020304" pitchFamily="18" charset="0"/>
                <a:cs typeface="Times New Roman" panose="02020603050405020304" pitchFamily="18" charset="0"/>
              </a:rPr>
              <a:t>  Credits INT CHECK (Credits &gt; 0),</a:t>
            </a:r>
          </a:p>
          <a:p>
            <a:r>
              <a:rPr lang="en-IN">
                <a:latin typeface="Times New Roman" panose="02020603050405020304" pitchFamily="18" charset="0"/>
                <a:cs typeface="Times New Roman" panose="02020603050405020304" pitchFamily="18" charset="0"/>
              </a:rPr>
              <a:t>  Department_ID INT,</a:t>
            </a:r>
          </a:p>
          <a:p>
            <a:r>
              <a:rPr lang="en-IN">
                <a:latin typeface="Times New Roman" panose="02020603050405020304" pitchFamily="18" charset="0"/>
                <a:cs typeface="Times New Roman" panose="02020603050405020304" pitchFamily="18" charset="0"/>
              </a:rPr>
              <a:t>  Faculty_ID INT, </a:t>
            </a:r>
          </a:p>
          <a:p>
            <a:r>
              <a:rPr lang="en-IN">
                <a:latin typeface="Times New Roman" panose="02020603050405020304" pitchFamily="18" charset="0"/>
                <a:cs typeface="Times New Roman" panose="02020603050405020304" pitchFamily="18" charset="0"/>
              </a:rPr>
              <a:t>  FOREIGN KEY (Department_ID) </a:t>
            </a:r>
          </a:p>
          <a:p>
            <a:r>
              <a:rPr lang="en-IN">
                <a:latin typeface="Times New Roman" panose="02020603050405020304" pitchFamily="18" charset="0"/>
                <a:cs typeface="Times New Roman" panose="02020603050405020304" pitchFamily="18" charset="0"/>
              </a:rPr>
              <a:t>  REFERENCES Department(Department_ID), </a:t>
            </a:r>
          </a:p>
          <a:p>
            <a:r>
              <a:rPr lang="en-IN">
                <a:latin typeface="Times New Roman" panose="02020603050405020304" pitchFamily="18" charset="0"/>
                <a:cs typeface="Times New Roman" panose="02020603050405020304" pitchFamily="18" charset="0"/>
              </a:rPr>
              <a:t>  FOREIGN KEY (Faculty_ID) </a:t>
            </a:r>
          </a:p>
          <a:p>
            <a:r>
              <a:rPr lang="en-IN">
                <a:latin typeface="Times New Roman" panose="02020603050405020304" pitchFamily="18" charset="0"/>
                <a:cs typeface="Times New Roman" panose="02020603050405020304" pitchFamily="18" charset="0"/>
              </a:rPr>
              <a:t>  REFERENCES Faculty(Faculty_ID)</a:t>
            </a:r>
          </a:p>
          <a:p>
            <a:r>
              <a:rPr lang="en-IN">
                <a:latin typeface="Times New Roman" panose="02020603050405020304" pitchFamily="18" charset="0"/>
                <a:cs typeface="Times New Roman" panose="02020603050405020304" pitchFamily="18" charset="0"/>
              </a:rPr>
              <a:t> ); </a:t>
            </a:r>
          </a:p>
          <a:p>
            <a:r>
              <a:rPr lang="en-IN">
                <a:latin typeface="Times New Roman" panose="02020603050405020304" pitchFamily="18" charset="0"/>
                <a:cs typeface="Times New Roman" panose="02020603050405020304" pitchFamily="18" charset="0"/>
              </a:rPr>
              <a:t>CREATE TABLE Enrollment ( </a:t>
            </a:r>
          </a:p>
          <a:p>
            <a:r>
              <a:rPr lang="en-IN">
                <a:latin typeface="Times New Roman" panose="02020603050405020304" pitchFamily="18" charset="0"/>
                <a:cs typeface="Times New Roman" panose="02020603050405020304" pitchFamily="18" charset="0"/>
              </a:rPr>
              <a:t>  Enrollment_ID INT PRIMARY KEY,</a:t>
            </a:r>
          </a:p>
          <a:p>
            <a:r>
              <a:rPr lang="en-IN">
                <a:latin typeface="Times New Roman" panose="02020603050405020304" pitchFamily="18" charset="0"/>
                <a:cs typeface="Times New Roman" panose="02020603050405020304" pitchFamily="18" charset="0"/>
              </a:rPr>
              <a:t>  Student_ID INT, Course_ID INT, </a:t>
            </a:r>
          </a:p>
          <a:p>
            <a:r>
              <a:rPr lang="en-IN">
                <a:latin typeface="Times New Roman" panose="02020603050405020304" pitchFamily="18" charset="0"/>
                <a:cs typeface="Times New Roman" panose="02020603050405020304" pitchFamily="18" charset="0"/>
              </a:rPr>
              <a:t>  Enrollment_Date DATE NOT NULL, </a:t>
            </a:r>
          </a:p>
          <a:p>
            <a:r>
              <a:rPr lang="en-IN">
                <a:latin typeface="Times New Roman" panose="02020603050405020304" pitchFamily="18" charset="0"/>
                <a:cs typeface="Times New Roman" panose="02020603050405020304" pitchFamily="18" charset="0"/>
              </a:rPr>
              <a:t>  Grade VARCHAR(5),</a:t>
            </a:r>
          </a:p>
          <a:p>
            <a:r>
              <a:rPr lang="en-IN">
                <a:latin typeface="Times New Roman" panose="02020603050405020304" pitchFamily="18" charset="0"/>
                <a:cs typeface="Times New Roman" panose="02020603050405020304" pitchFamily="18" charset="0"/>
              </a:rPr>
              <a:t>  FOREIGN KEY (Student_ID)REFERENCES Student(Student_ID),</a:t>
            </a:r>
          </a:p>
          <a:p>
            <a:r>
              <a:rPr lang="en-IN">
                <a:latin typeface="Times New Roman" panose="02020603050405020304" pitchFamily="18" charset="0"/>
                <a:cs typeface="Times New Roman" panose="02020603050405020304" pitchFamily="18" charset="0"/>
              </a:rPr>
              <a:t>  FOREIGN KEY (Course_ID) REFERENCES Course(Course_ID) </a:t>
            </a:r>
          </a:p>
          <a:p>
            <a:r>
              <a:rPr lang="en-IN">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0772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SAMPLE DATA INSERTION</a:t>
            </a:r>
          </a:p>
        </p:txBody>
      </p:sp>
      <p:sp>
        <p:nvSpPr>
          <p:cNvPr id="9" name="TextBox 8">
            <a:extLst>
              <a:ext uri="{FF2B5EF4-FFF2-40B4-BE49-F238E27FC236}">
                <a16:creationId xmlns:a16="http://schemas.microsoft.com/office/drawing/2014/main" id="{7A800D15-2389-5516-DA9E-AC441973A9C8}"/>
              </a:ext>
            </a:extLst>
          </p:cNvPr>
          <p:cNvSpPr txBox="1"/>
          <p:nvPr/>
        </p:nvSpPr>
        <p:spPr>
          <a:xfrm>
            <a:off x="1422400" y="825674"/>
            <a:ext cx="9810647" cy="4912514"/>
          </a:xfrm>
          <a:prstGeom prst="rect">
            <a:avLst/>
          </a:prstGeom>
          <a:noFill/>
        </p:spPr>
        <p:txBody>
          <a:bodyPr wrap="square">
            <a:spAutoFit/>
          </a:bodyPr>
          <a:lstStyle/>
          <a:p>
            <a:r>
              <a:rPr lang="en-IN" sz="2000">
                <a:latin typeface="Times New Roman" panose="02020603050405020304" pitchFamily="18" charset="0"/>
                <a:cs typeface="Times New Roman" panose="02020603050405020304" pitchFamily="18" charset="0"/>
              </a:rPr>
              <a:t>INSERT INTO Department VALUES</a:t>
            </a:r>
          </a:p>
          <a:p>
            <a:r>
              <a:rPr lang="en-IN" sz="2000">
                <a:latin typeface="Times New Roman" panose="02020603050405020304" pitchFamily="18" charset="0"/>
                <a:cs typeface="Times New Roman" panose="02020603050405020304" pitchFamily="18" charset="0"/>
              </a:rPr>
              <a:t>(1, 'Computer Science', 'Dr. Rao', 'Block A'),</a:t>
            </a:r>
          </a:p>
          <a:p>
            <a:r>
              <a:rPr lang="en-IN" sz="2000">
                <a:latin typeface="Times New Roman" panose="02020603050405020304" pitchFamily="18" charset="0"/>
                <a:cs typeface="Times New Roman" panose="02020603050405020304" pitchFamily="18" charset="0"/>
              </a:rPr>
              <a:t>(2, 'Artificial Intelligence', 'Dr. Kumar', 'Block B');</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INSERT INTO Student VALUES</a:t>
            </a:r>
          </a:p>
          <a:p>
            <a:r>
              <a:rPr lang="en-IN" sz="2000">
                <a:latin typeface="Times New Roman" panose="02020603050405020304" pitchFamily="18" charset="0"/>
                <a:cs typeface="Times New Roman" panose="02020603050405020304" pitchFamily="18" charset="0"/>
              </a:rPr>
              <a:t>(101, 'Harshini', 'harshini@gmail.com', '9876543210', 'Female', '2006-05-10', 2),</a:t>
            </a:r>
          </a:p>
          <a:p>
            <a:r>
              <a:rPr lang="en-IN" sz="2000">
                <a:latin typeface="Times New Roman" panose="02020603050405020304" pitchFamily="18" charset="0"/>
                <a:cs typeface="Times New Roman" panose="02020603050405020304" pitchFamily="18" charset="0"/>
              </a:rPr>
              <a:t>(102, 'Priya', 'priya@gmail.com', '9876543211', 'Female', '2006-08-15', 1);</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INSERT INTO Faculty VALUES</a:t>
            </a:r>
          </a:p>
          <a:p>
            <a:r>
              <a:rPr lang="en-IN" sz="2000">
                <a:latin typeface="Times New Roman" panose="02020603050405020304" pitchFamily="18" charset="0"/>
                <a:cs typeface="Times New Roman" panose="02020603050405020304" pitchFamily="18" charset="0"/>
              </a:rPr>
              <a:t>(201, 'Dr. Ravi', 'ravi@university.com', '9876543220', 'Professor', 2),</a:t>
            </a:r>
          </a:p>
          <a:p>
            <a:r>
              <a:rPr lang="en-IN" sz="2000">
                <a:latin typeface="Times New Roman" panose="02020603050405020304" pitchFamily="18" charset="0"/>
                <a:cs typeface="Times New Roman" panose="02020603050405020304" pitchFamily="18" charset="0"/>
              </a:rPr>
              <a:t>(202, 'Dr. Anil', 'anil@university.com', '9876543221', 'Assistant Professor', 1);  </a:t>
            </a:r>
          </a:p>
          <a:p>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p>
            <a:endParaRPr lang="en-IN">
              <a:latin typeface="Times New Roman" panose="02020603050405020304" pitchFamily="18" charset="0"/>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B432B849-4DB1-B7E5-5D9F-CA521F6D866A}"/>
              </a:ext>
            </a:extLst>
          </p:cNvPr>
          <p:cNvSpPr txBox="1"/>
          <p:nvPr/>
        </p:nvSpPr>
        <p:spPr>
          <a:xfrm>
            <a:off x="1422400" y="4343400"/>
            <a:ext cx="8869101" cy="3477875"/>
          </a:xfrm>
          <a:prstGeom prst="rect">
            <a:avLst/>
          </a:prstGeom>
          <a:noFill/>
        </p:spPr>
        <p:txBody>
          <a:bodyPr wrap="square">
            <a:spAutoFit/>
          </a:bodyPr>
          <a:lstStyle/>
          <a:p>
            <a:r>
              <a:rPr lang="en-IN" sz="2000">
                <a:latin typeface="Times New Roman" panose="02020603050405020304" pitchFamily="18" charset="0"/>
                <a:cs typeface="Times New Roman" panose="02020603050405020304" pitchFamily="18" charset="0"/>
              </a:rPr>
              <a:t>INSERT INTO Course VALUES  </a:t>
            </a:r>
          </a:p>
          <a:p>
            <a:r>
              <a:rPr lang="en-IN" sz="2000">
                <a:latin typeface="Times New Roman" panose="02020603050405020304" pitchFamily="18" charset="0"/>
                <a:cs typeface="Times New Roman" panose="02020603050405020304" pitchFamily="18" charset="0"/>
              </a:rPr>
              <a:t>(301, 'Database Management Systems', 4, '6 Months', 3, 2, 201), </a:t>
            </a:r>
          </a:p>
          <a:p>
            <a:r>
              <a:rPr lang="en-IN" sz="2000">
                <a:latin typeface="Times New Roman" panose="02020603050405020304" pitchFamily="18" charset="0"/>
                <a:cs typeface="Times New Roman" panose="02020603050405020304" pitchFamily="18" charset="0"/>
              </a:rPr>
              <a:t>(302, 'Python Programming', 3, '6 Months', 3, 1, 202); </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INSERT INTO Enrollment VALUES </a:t>
            </a:r>
          </a:p>
          <a:p>
            <a:r>
              <a:rPr lang="en-IN" sz="2000">
                <a:latin typeface="Times New Roman" panose="02020603050405020304" pitchFamily="18" charset="0"/>
                <a:cs typeface="Times New Roman" panose="02020603050405020304" pitchFamily="18" charset="0"/>
              </a:rPr>
              <a:t>(401, 101, 301, '2026-08-01', 'A’),</a:t>
            </a:r>
          </a:p>
          <a:p>
            <a:r>
              <a:rPr lang="en-IN" sz="2000">
                <a:latin typeface="Times New Roman" panose="02020603050405020304" pitchFamily="18" charset="0"/>
                <a:cs typeface="Times New Roman" panose="02020603050405020304" pitchFamily="18" charset="0"/>
              </a:rPr>
              <a:t>(402, 102, 302, '2026-08-02', 'B’); </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INSERT INTO Attendance VALUES </a:t>
            </a:r>
          </a:p>
          <a:p>
            <a:r>
              <a:rPr lang="en-IN" sz="2000">
                <a:latin typeface="Times New Roman" panose="02020603050405020304" pitchFamily="18" charset="0"/>
                <a:cs typeface="Times New Roman" panose="02020603050405020304" pitchFamily="18" charset="0"/>
              </a:rPr>
              <a:t>(501, 101, 301, '2026-09-01', 'Present’),</a:t>
            </a:r>
          </a:p>
          <a:p>
            <a:r>
              <a:rPr lang="en-IN" sz="2000">
                <a:latin typeface="Times New Roman" panose="02020603050405020304" pitchFamily="18" charset="0"/>
                <a:cs typeface="Times New Roman" panose="02020603050405020304" pitchFamily="18" charset="0"/>
              </a:rPr>
              <a:t>(502, 102, 302, '2026-09-01', 'Absent');</a:t>
            </a:r>
            <a:endParaRPr lang="en-IN" sz="2000"/>
          </a:p>
        </p:txBody>
      </p:sp>
    </p:spTree>
    <p:extLst>
      <p:ext uri="{BB962C8B-B14F-4D97-AF65-F5344CB8AC3E}">
        <p14:creationId xmlns:p14="http://schemas.microsoft.com/office/powerpoint/2010/main" val="260772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DDL, DML &amp; DQL OPERATIONS</a:t>
            </a:r>
          </a:p>
        </p:txBody>
      </p:sp>
      <p:sp>
        <p:nvSpPr>
          <p:cNvPr id="9" name="TextBox 8">
            <a:extLst>
              <a:ext uri="{FF2B5EF4-FFF2-40B4-BE49-F238E27FC236}">
                <a16:creationId xmlns:a16="http://schemas.microsoft.com/office/drawing/2014/main" id="{EF974C97-86AC-F89A-100E-A3E89FAE10CE}"/>
              </a:ext>
            </a:extLst>
          </p:cNvPr>
          <p:cNvSpPr txBox="1"/>
          <p:nvPr/>
        </p:nvSpPr>
        <p:spPr>
          <a:xfrm>
            <a:off x="1362075" y="1266825"/>
            <a:ext cx="4988866" cy="3077766"/>
          </a:xfrm>
          <a:prstGeom prst="rect">
            <a:avLst/>
          </a:prstGeom>
          <a:noFill/>
        </p:spPr>
        <p:txBody>
          <a:bodyPr wrap="none" rtlCol="0">
            <a:spAutoFit/>
          </a:bodyPr>
          <a:lstStyle/>
          <a:p>
            <a:r>
              <a:rPr lang="en-IN" sz="2400">
                <a:solidFill>
                  <a:srgbClr val="FF0000"/>
                </a:solidFill>
                <a:latin typeface="Times New Roman" panose="02020603050405020304" pitchFamily="18" charset="0"/>
                <a:cs typeface="Times New Roman" panose="02020603050405020304" pitchFamily="18" charset="0"/>
              </a:rPr>
              <a:t>DDL – Data  Definition Language</a:t>
            </a:r>
          </a:p>
          <a:p>
            <a:r>
              <a:rPr lang="en-IN" sz="2400">
                <a:solidFill>
                  <a:srgbClr val="FF0000"/>
                </a:solidFill>
                <a:latin typeface="Times New Roman" panose="02020603050405020304" pitchFamily="18" charset="0"/>
                <a:cs typeface="Times New Roman" panose="02020603050405020304" pitchFamily="18" charset="0"/>
              </a:rPr>
              <a:t>  </a:t>
            </a:r>
            <a:r>
              <a:rPr lang="en-IN" sz="1600"/>
              <a:t>CREATE TABLE Student ( </a:t>
            </a:r>
          </a:p>
          <a:p>
            <a:r>
              <a:rPr lang="en-IN" sz="1600"/>
              <a:t>    Student_ID INT PRIMARY KEY,</a:t>
            </a:r>
          </a:p>
          <a:p>
            <a:r>
              <a:rPr lang="en-IN" sz="1600"/>
              <a:t>    Name VARCHAR(100), </a:t>
            </a:r>
          </a:p>
          <a:p>
            <a:r>
              <a:rPr lang="en-IN" sz="1600"/>
              <a:t>    Email VARCHAR(100)</a:t>
            </a:r>
          </a:p>
          <a:p>
            <a:r>
              <a:rPr lang="en-IN" sz="1600"/>
              <a:t> );</a:t>
            </a:r>
          </a:p>
          <a:p>
            <a:r>
              <a:rPr lang="en-IN" sz="1600"/>
              <a:t> </a:t>
            </a:r>
          </a:p>
          <a:p>
            <a:r>
              <a:rPr lang="en-IN" sz="1600"/>
              <a:t>ALTER TABLE Student ADD Phone VARCHAR(15); </a:t>
            </a:r>
          </a:p>
          <a:p>
            <a:endParaRPr lang="en-IN" sz="1600">
              <a:solidFill>
                <a:srgbClr val="FF0000"/>
              </a:solidFill>
              <a:latin typeface="Times New Roman" panose="02020603050405020304" pitchFamily="18" charset="0"/>
              <a:cs typeface="Times New Roman" panose="02020603050405020304" pitchFamily="18" charset="0"/>
            </a:endParaRPr>
          </a:p>
          <a:p>
            <a:r>
              <a:rPr lang="en-IN" sz="1600"/>
              <a:t>TRUNCATE TABLE Students;</a:t>
            </a:r>
            <a:endParaRPr lang="en-IN" sz="1600">
              <a:solidFill>
                <a:srgbClr val="FF0000"/>
              </a:solidFill>
              <a:latin typeface="Times New Roman" panose="02020603050405020304" pitchFamily="18" charset="0"/>
              <a:cs typeface="Times New Roman" panose="02020603050405020304" pitchFamily="18" charset="0"/>
            </a:endParaRPr>
          </a:p>
          <a:p>
            <a:endParaRPr lang="en-IN"/>
          </a:p>
        </p:txBody>
      </p:sp>
      <p:sp>
        <p:nvSpPr>
          <p:cNvPr id="10" name="TextBox 9">
            <a:extLst>
              <a:ext uri="{FF2B5EF4-FFF2-40B4-BE49-F238E27FC236}">
                <a16:creationId xmlns:a16="http://schemas.microsoft.com/office/drawing/2014/main" id="{E387E63E-7B38-3A4C-828A-1C26DC2ABD1B}"/>
              </a:ext>
            </a:extLst>
          </p:cNvPr>
          <p:cNvSpPr txBox="1"/>
          <p:nvPr/>
        </p:nvSpPr>
        <p:spPr>
          <a:xfrm>
            <a:off x="1333056" y="4200524"/>
            <a:ext cx="5651944" cy="2677656"/>
          </a:xfrm>
          <a:prstGeom prst="rect">
            <a:avLst/>
          </a:prstGeom>
          <a:noFill/>
        </p:spPr>
        <p:txBody>
          <a:bodyPr wrap="square" rtlCol="0">
            <a:spAutoFit/>
          </a:bodyPr>
          <a:lstStyle/>
          <a:p>
            <a:r>
              <a:rPr lang="en-IN" sz="2400">
                <a:solidFill>
                  <a:srgbClr val="FF0000"/>
                </a:solidFill>
                <a:latin typeface="Times New Roman" panose="02020603050405020304" pitchFamily="18" charset="0"/>
                <a:cs typeface="Times New Roman" panose="02020603050405020304" pitchFamily="18" charset="0"/>
              </a:rPr>
              <a:t>DML – Data Manipulation Language</a:t>
            </a:r>
          </a:p>
          <a:p>
            <a:r>
              <a:rPr lang="en-IN" sz="1600">
                <a:latin typeface="Times New Roman" panose="02020603050405020304" pitchFamily="18" charset="0"/>
                <a:cs typeface="Times New Roman" panose="02020603050405020304" pitchFamily="18" charset="0"/>
              </a:rPr>
              <a:t>INSERT INTO Student </a:t>
            </a:r>
          </a:p>
          <a:p>
            <a:r>
              <a:rPr lang="en-IN" sz="1600">
                <a:latin typeface="Times New Roman" panose="02020603050405020304" pitchFamily="18" charset="0"/>
                <a:cs typeface="Times New Roman" panose="02020603050405020304" pitchFamily="18" charset="0"/>
              </a:rPr>
              <a:t>VALUES (101, 'Harshini', 'harshini@gmail.com', '9876543210’);</a:t>
            </a:r>
          </a:p>
          <a:p>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UPDATE Student </a:t>
            </a:r>
          </a:p>
          <a:p>
            <a:r>
              <a:rPr lang="en-IN" sz="1600">
                <a:latin typeface="Times New Roman" panose="02020603050405020304" pitchFamily="18" charset="0"/>
                <a:cs typeface="Times New Roman" panose="02020603050405020304" pitchFamily="18" charset="0"/>
              </a:rPr>
              <a:t>SET Phone = '9999999999’ </a:t>
            </a:r>
          </a:p>
          <a:p>
            <a:r>
              <a:rPr lang="en-IN" sz="1600">
                <a:latin typeface="Times New Roman" panose="02020603050405020304" pitchFamily="18" charset="0"/>
                <a:cs typeface="Times New Roman" panose="02020603050405020304" pitchFamily="18" charset="0"/>
              </a:rPr>
              <a:t>WHERE Student_ID = 101; </a:t>
            </a:r>
          </a:p>
          <a:p>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DELETE FROM Student </a:t>
            </a:r>
          </a:p>
          <a:p>
            <a:r>
              <a:rPr lang="en-IN" sz="1600">
                <a:latin typeface="Times New Roman" panose="02020603050405020304" pitchFamily="18" charset="0"/>
                <a:cs typeface="Times New Roman" panose="02020603050405020304" pitchFamily="18" charset="0"/>
              </a:rPr>
              <a:t>WHERE Student_ID = 101;</a:t>
            </a:r>
            <a:endParaRPr lang="en-IN" sz="1600">
              <a:solidFill>
                <a:srgbClr val="FF00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B7B1D65-2C4F-697F-95A0-B44AE455CA94}"/>
              </a:ext>
            </a:extLst>
          </p:cNvPr>
          <p:cNvSpPr txBox="1"/>
          <p:nvPr/>
        </p:nvSpPr>
        <p:spPr>
          <a:xfrm>
            <a:off x="8204200" y="1373688"/>
            <a:ext cx="5486400" cy="2923877"/>
          </a:xfrm>
          <a:prstGeom prst="rect">
            <a:avLst/>
          </a:prstGeom>
          <a:noFill/>
        </p:spPr>
        <p:txBody>
          <a:bodyPr wrap="square" rtlCol="0">
            <a:spAutoFit/>
          </a:bodyPr>
          <a:lstStyle/>
          <a:p>
            <a:r>
              <a:rPr lang="en-IN" sz="2400">
                <a:solidFill>
                  <a:srgbClr val="FF0000"/>
                </a:solidFill>
                <a:latin typeface="Times New Roman" panose="02020603050405020304" pitchFamily="18" charset="0"/>
                <a:cs typeface="Times New Roman" panose="02020603050405020304" pitchFamily="18" charset="0"/>
              </a:rPr>
              <a:t>DQL – Data  Query Language</a:t>
            </a:r>
          </a:p>
          <a:p>
            <a:endParaRPr lang="en-IN" sz="1600">
              <a:latin typeface="Times New Roman" panose="02020603050405020304" pitchFamily="18" charset="0"/>
              <a:cs typeface="Times New Roman" panose="02020603050405020304" pitchFamily="18" charset="0"/>
            </a:endParaRPr>
          </a:p>
          <a:p>
            <a:r>
              <a:rPr lang="en-IN" sz="1600">
                <a:latin typeface="Times New Roman" panose="02020603050405020304" pitchFamily="18" charset="0"/>
                <a:cs typeface="Times New Roman" panose="02020603050405020304" pitchFamily="18" charset="0"/>
              </a:rPr>
              <a:t>   SELECT * FROM Student; </a:t>
            </a:r>
          </a:p>
          <a:p>
            <a:r>
              <a:rPr lang="en-IN" sz="1600">
                <a:latin typeface="Times New Roman" panose="02020603050405020304" pitchFamily="18" charset="0"/>
                <a:cs typeface="Times New Roman" panose="02020603050405020304" pitchFamily="18" charset="0"/>
              </a:rPr>
              <a:t>     SELECT Name, Email </a:t>
            </a:r>
          </a:p>
          <a:p>
            <a:pPr lvl="2"/>
            <a:r>
              <a:rPr lang="en-IN" sz="1600">
                <a:latin typeface="Times New Roman" panose="02020603050405020304" pitchFamily="18" charset="0"/>
                <a:cs typeface="Times New Roman" panose="02020603050405020304" pitchFamily="18" charset="0"/>
              </a:rPr>
              <a:t>     FROM Student </a:t>
            </a:r>
          </a:p>
          <a:p>
            <a:pPr lvl="2"/>
            <a:r>
              <a:rPr lang="en-IN" sz="1600">
                <a:latin typeface="Times New Roman" panose="02020603050405020304" pitchFamily="18" charset="0"/>
                <a:cs typeface="Times New Roman" panose="02020603050405020304" pitchFamily="18" charset="0"/>
              </a:rPr>
              <a:t>     WHERE Student_ID = 101;</a:t>
            </a:r>
          </a:p>
          <a:p>
            <a:pPr lvl="2"/>
            <a:endParaRPr lang="en-IN" sz="1600">
              <a:latin typeface="Times New Roman" panose="02020603050405020304" pitchFamily="18" charset="0"/>
              <a:cs typeface="Times New Roman" panose="02020603050405020304" pitchFamily="18" charset="0"/>
            </a:endParaRPr>
          </a:p>
          <a:p>
            <a:pPr lvl="2"/>
            <a:r>
              <a:rPr lang="en-IN" sz="1600"/>
              <a:t>SELECT Department_ID, COUNT(*) AS Total_Students                FROM Student </a:t>
            </a:r>
          </a:p>
          <a:p>
            <a:pPr lvl="2"/>
            <a:r>
              <a:rPr lang="en-IN" sz="1600"/>
              <a:t>GROUP BY Department_ID;</a:t>
            </a:r>
            <a:endParaRPr lang="en-IN" sz="1600">
              <a:solidFill>
                <a:srgbClr val="FF0000"/>
              </a:solidFill>
              <a:latin typeface="Times New Roman" panose="02020603050405020304" pitchFamily="18" charset="0"/>
              <a:cs typeface="Times New Roman" panose="02020603050405020304" pitchFamily="18" charset="0"/>
            </a:endParaRPr>
          </a:p>
          <a:p>
            <a:pPr lvl="2"/>
            <a:r>
              <a:rPr lang="en-IN" sz="1600">
                <a:solidFill>
                  <a:srgbClr val="FF0000"/>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6077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CRUD &amp; SQL QUERIES</a:t>
            </a:r>
          </a:p>
        </p:txBody>
      </p:sp>
      <p:sp>
        <p:nvSpPr>
          <p:cNvPr id="9" name="TextBox 8">
            <a:extLst>
              <a:ext uri="{FF2B5EF4-FFF2-40B4-BE49-F238E27FC236}">
                <a16:creationId xmlns:a16="http://schemas.microsoft.com/office/drawing/2014/main" id="{8657AD48-6F4C-9511-2A69-BE811E44C83B}"/>
              </a:ext>
            </a:extLst>
          </p:cNvPr>
          <p:cNvSpPr txBox="1"/>
          <p:nvPr/>
        </p:nvSpPr>
        <p:spPr>
          <a:xfrm>
            <a:off x="833031" y="1604665"/>
            <a:ext cx="5458942" cy="4801314"/>
          </a:xfrm>
          <a:prstGeom prst="rect">
            <a:avLst/>
          </a:prstGeom>
          <a:noFill/>
        </p:spPr>
        <p:txBody>
          <a:bodyPr wrap="square" rtlCol="0">
            <a:spAutoFit/>
          </a:bodyPr>
          <a:lstStyle/>
          <a:p>
            <a:r>
              <a:rPr lang="en-IN" sz="2000">
                <a:latin typeface="Times New Roman" panose="02020603050405020304" pitchFamily="18" charset="0"/>
                <a:cs typeface="Times New Roman" panose="02020603050405020304" pitchFamily="18" charset="0"/>
              </a:rPr>
              <a:t>CREATE(insert)</a:t>
            </a:r>
          </a:p>
          <a:p>
            <a:r>
              <a:rPr lang="en-IN">
                <a:latin typeface="Times New Roman" panose="02020603050405020304" pitchFamily="18" charset="0"/>
                <a:cs typeface="Times New Roman" panose="02020603050405020304" pitchFamily="18" charset="0"/>
              </a:rPr>
              <a:t>INSERT INTO Student</a:t>
            </a:r>
          </a:p>
          <a:p>
            <a:r>
              <a:rPr lang="en-IN">
                <a:latin typeface="Times New Roman" panose="02020603050405020304" pitchFamily="18" charset="0"/>
                <a:cs typeface="Times New Roman" panose="02020603050405020304" pitchFamily="18" charset="0"/>
              </a:rPr>
              <a:t>VALUES (104, 'Sneha', 'sneha@gmail.com',</a:t>
            </a:r>
          </a:p>
          <a:p>
            <a:r>
              <a:rPr lang="en-IN">
                <a:latin typeface="Times New Roman" panose="02020603050405020304" pitchFamily="18" charset="0"/>
                <a:cs typeface="Times New Roman" panose="02020603050405020304" pitchFamily="18" charset="0"/>
              </a:rPr>
              <a:t>        '9876543213', 'Female', '2006-07-15', 2);</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 READ(Select)</a:t>
            </a:r>
          </a:p>
          <a:p>
            <a:r>
              <a:rPr lang="en-IN">
                <a:latin typeface="Times New Roman" panose="02020603050405020304" pitchFamily="18" charset="0"/>
                <a:cs typeface="Times New Roman" panose="02020603050405020304" pitchFamily="18" charset="0"/>
              </a:rPr>
              <a:t>SELECT * FROM Student;</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UPDATE</a:t>
            </a:r>
          </a:p>
          <a:p>
            <a:r>
              <a:rPr lang="en-IN">
                <a:latin typeface="Times New Roman" panose="02020603050405020304" pitchFamily="18" charset="0"/>
                <a:cs typeface="Times New Roman" panose="02020603050405020304" pitchFamily="18" charset="0"/>
              </a:rPr>
              <a:t>UPDATE Student</a:t>
            </a:r>
          </a:p>
          <a:p>
            <a:r>
              <a:rPr lang="en-IN">
                <a:latin typeface="Times New Roman" panose="02020603050405020304" pitchFamily="18" charset="0"/>
                <a:cs typeface="Times New Roman" panose="02020603050405020304" pitchFamily="18" charset="0"/>
              </a:rPr>
              <a:t>SET Phone = '9999999999'</a:t>
            </a:r>
          </a:p>
          <a:p>
            <a:r>
              <a:rPr lang="en-IN">
                <a:latin typeface="Times New Roman" panose="02020603050405020304" pitchFamily="18" charset="0"/>
                <a:cs typeface="Times New Roman" panose="02020603050405020304" pitchFamily="18" charset="0"/>
              </a:rPr>
              <a:t>WHERE Student_ID = 104;</a:t>
            </a:r>
          </a:p>
          <a:p>
            <a:endParaRPr lang="en-IN" sz="2000">
              <a:latin typeface="Times New Roman" panose="02020603050405020304" pitchFamily="18" charset="0"/>
              <a:cs typeface="Times New Roman" panose="02020603050405020304" pitchFamily="18" charset="0"/>
            </a:endParaRPr>
          </a:p>
          <a:p>
            <a:r>
              <a:rPr lang="en-IN" sz="2000">
                <a:latin typeface="Times New Roman" panose="02020603050405020304" pitchFamily="18" charset="0"/>
                <a:cs typeface="Times New Roman" panose="02020603050405020304" pitchFamily="18" charset="0"/>
              </a:rPr>
              <a:t> DELETE</a:t>
            </a:r>
          </a:p>
          <a:p>
            <a:r>
              <a:rPr lang="en-IN">
                <a:latin typeface="Times New Roman" panose="02020603050405020304" pitchFamily="18" charset="0"/>
                <a:cs typeface="Times New Roman" panose="02020603050405020304" pitchFamily="18" charset="0"/>
              </a:rPr>
              <a:t>DELETE FROM Student</a:t>
            </a:r>
          </a:p>
          <a:p>
            <a:r>
              <a:rPr lang="en-IN">
                <a:latin typeface="Times New Roman" panose="02020603050405020304" pitchFamily="18" charset="0"/>
                <a:cs typeface="Times New Roman" panose="02020603050405020304" pitchFamily="18" charset="0"/>
              </a:rPr>
              <a:t>WHERE Student_ID = 104;</a:t>
            </a:r>
          </a:p>
        </p:txBody>
      </p:sp>
      <p:sp>
        <p:nvSpPr>
          <p:cNvPr id="10" name="TextBox 9">
            <a:extLst>
              <a:ext uri="{FF2B5EF4-FFF2-40B4-BE49-F238E27FC236}">
                <a16:creationId xmlns:a16="http://schemas.microsoft.com/office/drawing/2014/main" id="{D908634B-846D-26DD-D100-DB52D167017A}"/>
              </a:ext>
            </a:extLst>
          </p:cNvPr>
          <p:cNvSpPr txBox="1"/>
          <p:nvPr/>
        </p:nvSpPr>
        <p:spPr>
          <a:xfrm>
            <a:off x="660400" y="1095375"/>
            <a:ext cx="3015178" cy="461665"/>
          </a:xfrm>
          <a:prstGeom prst="rect">
            <a:avLst/>
          </a:prstGeom>
          <a:noFill/>
        </p:spPr>
        <p:txBody>
          <a:bodyPr wrap="square" rtlCol="0">
            <a:spAutoFit/>
          </a:bodyPr>
          <a:lstStyle/>
          <a:p>
            <a:r>
              <a:rPr lang="en-IN" sz="2400">
                <a:solidFill>
                  <a:srgbClr val="FF0000"/>
                </a:solidFill>
                <a:latin typeface="Times New Roman" panose="02020603050405020304" pitchFamily="18" charset="0"/>
                <a:cs typeface="Times New Roman" panose="02020603050405020304" pitchFamily="18" charset="0"/>
              </a:rPr>
              <a:t>CRUD – Operations:</a:t>
            </a:r>
          </a:p>
        </p:txBody>
      </p:sp>
      <p:sp>
        <p:nvSpPr>
          <p:cNvPr id="12" name="TextBox 11">
            <a:extLst>
              <a:ext uri="{FF2B5EF4-FFF2-40B4-BE49-F238E27FC236}">
                <a16:creationId xmlns:a16="http://schemas.microsoft.com/office/drawing/2014/main" id="{86038114-A9F6-2CF5-F2C2-15104E4FB9DF}"/>
              </a:ext>
            </a:extLst>
          </p:cNvPr>
          <p:cNvSpPr txBox="1"/>
          <p:nvPr/>
        </p:nvSpPr>
        <p:spPr>
          <a:xfrm>
            <a:off x="7032752" y="1164626"/>
            <a:ext cx="4585268" cy="461665"/>
          </a:xfrm>
          <a:prstGeom prst="rect">
            <a:avLst/>
          </a:prstGeom>
          <a:noFill/>
        </p:spPr>
        <p:txBody>
          <a:bodyPr wrap="square" rtlCol="0">
            <a:spAutoFit/>
          </a:bodyPr>
          <a:lstStyle/>
          <a:p>
            <a:r>
              <a:rPr lang="en-IN" sz="2400">
                <a:solidFill>
                  <a:srgbClr val="FF0000"/>
                </a:solidFill>
                <a:latin typeface="Times New Roman" panose="02020603050405020304" pitchFamily="18" charset="0"/>
                <a:cs typeface="Times New Roman" panose="02020603050405020304" pitchFamily="18" charset="0"/>
              </a:rPr>
              <a:t>Joins,Aggregates&amp;Views</a:t>
            </a:r>
          </a:p>
        </p:txBody>
      </p:sp>
      <p:sp>
        <p:nvSpPr>
          <p:cNvPr id="13" name="TextBox 12">
            <a:extLst>
              <a:ext uri="{FF2B5EF4-FFF2-40B4-BE49-F238E27FC236}">
                <a16:creationId xmlns:a16="http://schemas.microsoft.com/office/drawing/2014/main" id="{71443425-D5E1-386D-29D1-65D3DA6EA3DF}"/>
              </a:ext>
            </a:extLst>
          </p:cNvPr>
          <p:cNvSpPr txBox="1"/>
          <p:nvPr/>
        </p:nvSpPr>
        <p:spPr>
          <a:xfrm>
            <a:off x="7366000" y="1664956"/>
            <a:ext cx="6061020" cy="483209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--join</a:t>
            </a:r>
          </a:p>
          <a:p>
            <a:r>
              <a:rPr lang="en-US" sz="1600">
                <a:latin typeface="Times New Roman" panose="02020603050405020304" pitchFamily="18" charset="0"/>
                <a:cs typeface="Times New Roman" panose="02020603050405020304" pitchFamily="18" charset="0"/>
              </a:rPr>
              <a:t>FROM Student s</a:t>
            </a:r>
          </a:p>
          <a:p>
            <a:r>
              <a:rPr lang="en-US" sz="1600">
                <a:latin typeface="Times New Roman" panose="02020603050405020304" pitchFamily="18" charset="0"/>
                <a:cs typeface="Times New Roman" panose="02020603050405020304" pitchFamily="18" charset="0"/>
              </a:rPr>
              <a:t>JOIN Department d</a:t>
            </a:r>
          </a:p>
          <a:p>
            <a:r>
              <a:rPr lang="en-US" sz="1600">
                <a:latin typeface="Times New Roman" panose="02020603050405020304" pitchFamily="18" charset="0"/>
                <a:cs typeface="Times New Roman" panose="02020603050405020304" pitchFamily="18" charset="0"/>
              </a:rPr>
              <a:t>ON s.Department_ID = d.Department_ID;</a:t>
            </a:r>
          </a:p>
          <a:p>
            <a:endParaRPr lang="en-US" sz="1600">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--Aggregates+group by</a:t>
            </a:r>
          </a:p>
          <a:p>
            <a:r>
              <a:rPr lang="en-US" sz="1600">
                <a:latin typeface="Times New Roman" panose="02020603050405020304" pitchFamily="18" charset="0"/>
                <a:cs typeface="Times New Roman" panose="02020603050405020304" pitchFamily="18" charset="0"/>
              </a:rPr>
              <a:t>SELECT d.Department_Name, COUNT(s.Student_ID) AS Total_Students</a:t>
            </a:r>
          </a:p>
          <a:p>
            <a:r>
              <a:rPr lang="en-US" sz="1600">
                <a:latin typeface="Times New Roman" panose="02020603050405020304" pitchFamily="18" charset="0"/>
                <a:cs typeface="Times New Roman" panose="02020603050405020304" pitchFamily="18" charset="0"/>
              </a:rPr>
              <a:t>FROM Department d</a:t>
            </a:r>
          </a:p>
          <a:p>
            <a:r>
              <a:rPr lang="en-US" sz="1600">
                <a:latin typeface="Times New Roman" panose="02020603050405020304" pitchFamily="18" charset="0"/>
                <a:cs typeface="Times New Roman" panose="02020603050405020304" pitchFamily="18" charset="0"/>
              </a:rPr>
              <a:t>LEFT JOIN Student s</a:t>
            </a:r>
          </a:p>
          <a:p>
            <a:r>
              <a:rPr lang="en-US" sz="1600">
                <a:latin typeface="Times New Roman" panose="02020603050405020304" pitchFamily="18" charset="0"/>
                <a:cs typeface="Times New Roman" panose="02020603050405020304" pitchFamily="18" charset="0"/>
              </a:rPr>
              <a:t>ON d.Department_ID = s.Department_ID</a:t>
            </a:r>
          </a:p>
          <a:p>
            <a:r>
              <a:rPr lang="en-US" sz="1600">
                <a:latin typeface="Times New Roman" panose="02020603050405020304" pitchFamily="18" charset="0"/>
                <a:cs typeface="Times New Roman" panose="02020603050405020304" pitchFamily="18" charset="0"/>
              </a:rPr>
              <a:t>GROUP BY d.Department_Name;</a:t>
            </a:r>
          </a:p>
          <a:p>
            <a:endParaRPr lang="en-US" sz="1600">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--View</a:t>
            </a:r>
          </a:p>
          <a:p>
            <a:r>
              <a:rPr lang="en-US" sz="1600">
                <a:latin typeface="Times New Roman" panose="02020603050405020304" pitchFamily="18" charset="0"/>
                <a:cs typeface="Times New Roman" panose="02020603050405020304" pitchFamily="18" charset="0"/>
              </a:rPr>
              <a:t>CREATE VIEW StudentView AS</a:t>
            </a:r>
          </a:p>
          <a:p>
            <a:r>
              <a:rPr lang="en-US" sz="1600">
                <a:latin typeface="Times New Roman" panose="02020603050405020304" pitchFamily="18" charset="0"/>
                <a:cs typeface="Times New Roman" panose="02020603050405020304" pitchFamily="18" charset="0"/>
              </a:rPr>
              <a:t>SELECT s.Student_ID, s.Name, d.Department_Name</a:t>
            </a:r>
          </a:p>
          <a:p>
            <a:r>
              <a:rPr lang="en-US" sz="1600">
                <a:latin typeface="Times New Roman" panose="02020603050405020304" pitchFamily="18" charset="0"/>
                <a:cs typeface="Times New Roman" panose="02020603050405020304" pitchFamily="18" charset="0"/>
              </a:rPr>
              <a:t>FROM Student s</a:t>
            </a:r>
          </a:p>
          <a:p>
            <a:r>
              <a:rPr lang="en-US" sz="1600">
                <a:latin typeface="Times New Roman" panose="02020603050405020304" pitchFamily="18" charset="0"/>
                <a:cs typeface="Times New Roman" panose="02020603050405020304" pitchFamily="18" charset="0"/>
              </a:rPr>
              <a:t>JOIN Department d</a:t>
            </a:r>
          </a:p>
          <a:p>
            <a:r>
              <a:rPr lang="en-US" sz="1600">
                <a:latin typeface="Times New Roman" panose="02020603050405020304" pitchFamily="18" charset="0"/>
                <a:cs typeface="Times New Roman" panose="02020603050405020304" pitchFamily="18" charset="0"/>
              </a:rPr>
              <a:t>ON s.Department_ID = d.Department_ID;</a:t>
            </a:r>
          </a:p>
        </p:txBody>
      </p:sp>
    </p:spTree>
    <p:extLst>
      <p:ext uri="{BB962C8B-B14F-4D97-AF65-F5344CB8AC3E}">
        <p14:creationId xmlns:p14="http://schemas.microsoft.com/office/powerpoint/2010/main" val="26077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a:solidFill>
                  <a:schemeClr val="bg1"/>
                </a:solidFill>
                <a:latin typeface="Times New Roman" panose="02020603050405020304" pitchFamily="18" charset="0"/>
                <a:cs typeface="Times New Roman" panose="02020603050405020304" pitchFamily="18" charset="0"/>
              </a:rPr>
              <a:t>DATA </a:t>
            </a:r>
            <a:r>
              <a:rPr lang="en-IN" sz="1950" b="1" dirty="0">
                <a:solidFill>
                  <a:schemeClr val="bg1"/>
                </a:solidFill>
                <a:latin typeface="Times New Roman" panose="02020603050405020304" pitchFamily="18" charset="0"/>
                <a:cs typeface="Times New Roman" panose="02020603050405020304" pitchFamily="18" charset="0"/>
              </a:rPr>
              <a:t>INTEGRITY &amp; VALIDATION</a:t>
            </a:r>
          </a:p>
        </p:txBody>
      </p:sp>
      <p:sp>
        <p:nvSpPr>
          <p:cNvPr id="8" name="TextBox 7">
            <a:extLst>
              <a:ext uri="{FF2B5EF4-FFF2-40B4-BE49-F238E27FC236}">
                <a16:creationId xmlns:a16="http://schemas.microsoft.com/office/drawing/2014/main" id="{875D5DC3-3576-2F3E-2740-18CBFB322B9A}"/>
              </a:ext>
            </a:extLst>
          </p:cNvPr>
          <p:cNvSpPr txBox="1"/>
          <p:nvPr/>
        </p:nvSpPr>
        <p:spPr>
          <a:xfrm>
            <a:off x="1803400" y="1704975"/>
            <a:ext cx="4953000" cy="4739759"/>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Constraints Enforced</a:t>
            </a:r>
          </a:p>
          <a:p>
            <a:pPr marL="285750" indent="-285750">
              <a:buFont typeface="Wingdings" panose="05000000000000000000" pitchFamily="2" charset="2"/>
              <a:buChar char="v"/>
            </a:pPr>
            <a:r>
              <a:rPr lang="en-IN" sz="2000">
                <a:latin typeface="Times New Roman" panose="02020603050405020304" pitchFamily="18" charset="0"/>
                <a:cs typeface="Times New Roman" panose="02020603050405020304" pitchFamily="18" charset="0"/>
              </a:rPr>
              <a:t>PRIMARY KEY on Student_ID and Course_ID — prevents duplicate identifiers.</a:t>
            </a:r>
          </a:p>
          <a:p>
            <a:pPr marL="285750" indent="-285750">
              <a:buFont typeface="Wingdings" panose="05000000000000000000" pitchFamily="2" charset="2"/>
              <a:buChar char="v"/>
            </a:pPr>
            <a:endParaRPr lang="en-IN" sz="20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2000">
                <a:latin typeface="Times New Roman" panose="02020603050405020304" pitchFamily="18" charset="0"/>
                <a:cs typeface="Times New Roman" panose="02020603050405020304" pitchFamily="18" charset="0"/>
              </a:rPr>
              <a:t>FOREIGN KEY links Student and Department — maintains valid relationships.</a:t>
            </a:r>
          </a:p>
          <a:p>
            <a:pPr marL="285750" indent="-285750">
              <a:buFont typeface="Wingdings" panose="05000000000000000000" pitchFamily="2" charset="2"/>
              <a:buChar char="v"/>
            </a:pPr>
            <a:endParaRPr lang="en-IN" sz="20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2000">
                <a:latin typeface="Times New Roman" panose="02020603050405020304" pitchFamily="18" charset="0"/>
                <a:cs typeface="Times New Roman" panose="02020603050405020304" pitchFamily="18" charset="0"/>
              </a:rPr>
              <a:t>NOT NULL on Name and Course_Name — mandatory fields cannot be left empty.</a:t>
            </a:r>
          </a:p>
          <a:p>
            <a:pPr marL="285750" indent="-285750">
              <a:buFont typeface="Wingdings" panose="05000000000000000000" pitchFamily="2" charset="2"/>
              <a:buChar char="v"/>
            </a:pPr>
            <a:endParaRPr lang="en-IN" sz="20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pPr>
            <a:r>
              <a:rPr lang="en-IN" sz="2000">
                <a:latin typeface="Times New Roman" panose="02020603050405020304" pitchFamily="18" charset="0"/>
                <a:cs typeface="Times New Roman" panose="02020603050405020304" pitchFamily="18" charset="0"/>
              </a:rPr>
              <a:t>CHECK constraint validates examination marks.</a:t>
            </a:r>
          </a:p>
          <a:p>
            <a:endParaRPr lang="en-IN"/>
          </a:p>
        </p:txBody>
      </p:sp>
      <p:sp>
        <p:nvSpPr>
          <p:cNvPr id="10" name="TextBox 9">
            <a:extLst>
              <a:ext uri="{FF2B5EF4-FFF2-40B4-BE49-F238E27FC236}">
                <a16:creationId xmlns:a16="http://schemas.microsoft.com/office/drawing/2014/main" id="{17A18A4B-C65B-CC0B-D643-133F3323C90A}"/>
              </a:ext>
            </a:extLst>
          </p:cNvPr>
          <p:cNvSpPr txBox="1"/>
          <p:nvPr/>
        </p:nvSpPr>
        <p:spPr>
          <a:xfrm>
            <a:off x="7594600" y="1828799"/>
            <a:ext cx="4127148" cy="3600986"/>
          </a:xfrm>
          <a:prstGeom prst="rect">
            <a:avLst/>
          </a:prstGeom>
          <a:noFill/>
        </p:spPr>
        <p:txBody>
          <a:bodyPr wrap="square" rtlCol="0">
            <a:spAutoFit/>
          </a:bodyPr>
          <a:lstStyle/>
          <a:p>
            <a:r>
              <a:rPr lang="en-IN" sz="2400">
                <a:solidFill>
                  <a:schemeClr val="tx1">
                    <a:lumMod val="95000"/>
                    <a:lumOff val="5000"/>
                  </a:schemeClr>
                </a:solidFill>
                <a:latin typeface="Times New Roman" panose="02020603050405020304" pitchFamily="18" charset="0"/>
                <a:cs typeface="Times New Roman" panose="02020603050405020304" pitchFamily="18" charset="0"/>
              </a:rPr>
              <a:t>Sample Constraint &amp; Validation</a:t>
            </a:r>
          </a:p>
          <a:p>
            <a:endParaRPr lang="en-IN" sz="2400">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ALTER TABLE Examination</a:t>
            </a:r>
          </a:p>
          <a:p>
            <a:r>
              <a:rPr lang="en-US">
                <a:latin typeface="Times New Roman" panose="02020603050405020304" pitchFamily="18" charset="0"/>
                <a:cs typeface="Times New Roman" panose="02020603050405020304" pitchFamily="18" charset="0"/>
              </a:rPr>
              <a:t>ADD CONSTRAINT chk_marks</a:t>
            </a:r>
          </a:p>
          <a:p>
            <a:r>
              <a:rPr lang="en-US">
                <a:latin typeface="Times New Roman" panose="02020603050405020304" pitchFamily="18" charset="0"/>
                <a:cs typeface="Times New Roman" panose="02020603050405020304" pitchFamily="18" charset="0"/>
              </a:rPr>
              <a:t>CHECK (Marks &gt;= 0 AND Marks &lt;= 100);</a:t>
            </a: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Duplicate key test</a:t>
            </a:r>
          </a:p>
          <a:p>
            <a:r>
              <a:rPr lang="en-US">
                <a:latin typeface="Times New Roman" panose="02020603050405020304" pitchFamily="18" charset="0"/>
                <a:cs typeface="Times New Roman" panose="02020603050405020304" pitchFamily="18" charset="0"/>
              </a:rPr>
              <a:t>INSERT INTO Student</a:t>
            </a:r>
          </a:p>
          <a:p>
            <a:r>
              <a:rPr lang="en-US">
                <a:latin typeface="Times New Roman" panose="02020603050405020304" pitchFamily="18" charset="0"/>
                <a:cs typeface="Times New Roman" panose="02020603050405020304" pitchFamily="18" charset="0"/>
              </a:rPr>
              <a:t>VALUES (101,'Test','test@gmail.com','9999999999',</a:t>
            </a:r>
          </a:p>
          <a:p>
            <a:r>
              <a:rPr lang="en-US">
                <a:latin typeface="Times New Roman" panose="02020603050405020304" pitchFamily="18" charset="0"/>
                <a:cs typeface="Times New Roman" panose="02020603050405020304" pitchFamily="18" charset="0"/>
              </a:rPr>
              <a:t>'Female','2006-01-01',2);</a:t>
            </a:r>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772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PROJECT DOCUMENTATION</a:t>
            </a:r>
          </a:p>
        </p:txBody>
      </p:sp>
      <p:sp>
        <p:nvSpPr>
          <p:cNvPr id="8" name="TextBox 7">
            <a:extLst>
              <a:ext uri="{FF2B5EF4-FFF2-40B4-BE49-F238E27FC236}">
                <a16:creationId xmlns:a16="http://schemas.microsoft.com/office/drawing/2014/main" id="{F6CB25F5-9884-32E9-8BC9-2B37F7F10580}"/>
              </a:ext>
            </a:extLst>
          </p:cNvPr>
          <p:cNvSpPr txBox="1"/>
          <p:nvPr/>
        </p:nvSpPr>
        <p:spPr>
          <a:xfrm>
            <a:off x="1879600" y="1828800"/>
            <a:ext cx="11125524" cy="3785652"/>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Documentation Checklist</a:t>
            </a:r>
          </a:p>
          <a:p>
            <a:r>
              <a:rPr lang="en-IN" sz="2200">
                <a:latin typeface="Times New Roman" panose="02020603050405020304" pitchFamily="18" charset="0"/>
                <a:cs typeface="Times New Roman" panose="02020603050405020304" pitchFamily="18" charset="0"/>
              </a:rPr>
              <a:t>• Problem statement, objectives &amp; scope of the University Academic Management System</a:t>
            </a:r>
          </a:p>
          <a:p>
            <a:r>
              <a:rPr lang="en-IN" sz="2200">
                <a:latin typeface="Times New Roman" panose="02020603050405020304" pitchFamily="18" charset="0"/>
                <a:cs typeface="Times New Roman" panose="02020603050405020304" pitchFamily="18" charset="0"/>
              </a:rPr>
              <a:t>• ER diagram with all entities, attributes, relationships &amp; cardinalities</a:t>
            </a:r>
          </a:p>
          <a:p>
            <a:r>
              <a:rPr lang="en-IN" sz="2200">
                <a:latin typeface="Times New Roman" panose="02020603050405020304" pitchFamily="18" charset="0"/>
                <a:cs typeface="Times New Roman" panose="02020603050405020304" pitchFamily="18" charset="0"/>
              </a:rPr>
              <a:t>• Relational schema with Primary Key &amp; Foreign Key mapping</a:t>
            </a:r>
          </a:p>
          <a:p>
            <a:r>
              <a:rPr lang="en-IN" sz="2200">
                <a:latin typeface="Times New Roman" panose="02020603050405020304" pitchFamily="18" charset="0"/>
                <a:cs typeface="Times New Roman" panose="02020603050405020304" pitchFamily="18" charset="0"/>
              </a:rPr>
              <a:t>• DDL scripts for table creation and constraints</a:t>
            </a:r>
          </a:p>
          <a:p>
            <a:r>
              <a:rPr lang="en-IN" sz="2200">
                <a:latin typeface="Times New Roman" panose="02020603050405020304" pitchFamily="18" charset="0"/>
                <a:cs typeface="Times New Roman" panose="02020603050405020304" pitchFamily="18" charset="0"/>
              </a:rPr>
              <a:t>• DML scripts for sample data insertion, updates &amp; deletes</a:t>
            </a:r>
          </a:p>
          <a:p>
            <a:r>
              <a:rPr lang="en-IN" sz="2200">
                <a:latin typeface="Times New Roman" panose="02020603050405020304" pitchFamily="18" charset="0"/>
                <a:cs typeface="Times New Roman" panose="02020603050405020304" pitchFamily="18" charset="0"/>
              </a:rPr>
              <a:t>• DQL queries covering SELECT, JOIN, GROUP BY and aggregate functions</a:t>
            </a:r>
          </a:p>
          <a:p>
            <a:r>
              <a:rPr lang="en-IN" sz="2200">
                <a:latin typeface="Times New Roman" panose="02020603050405020304" pitchFamily="18" charset="0"/>
                <a:cs typeface="Times New Roman" panose="02020603050405020304" pitchFamily="18" charset="0"/>
              </a:rPr>
              <a:t>• CRUD operation screenshots with query outputs</a:t>
            </a:r>
          </a:p>
          <a:p>
            <a:r>
              <a:rPr lang="en-IN" sz="2200">
                <a:latin typeface="Times New Roman" panose="02020603050405020304" pitchFamily="18" charset="0"/>
                <a:cs typeface="Times New Roman" panose="02020603050405020304" pitchFamily="18" charset="0"/>
              </a:rPr>
              <a:t>• GitHub repository link and individual team member contributions</a:t>
            </a:r>
          </a:p>
          <a:p>
            <a:r>
              <a:rPr lang="en-IN" sz="2200">
                <a:latin typeface="Times New Roman" panose="02020603050405020304" pitchFamily="18" charset="0"/>
                <a:cs typeface="Times New Roman" panose="02020603050405020304" pitchFamily="18" charset="0"/>
              </a:rPr>
              <a:t>• Conclusion, learnings and future scope of the project</a:t>
            </a:r>
          </a:p>
          <a:p>
            <a:endParaRPr lang="en-IN"/>
          </a:p>
        </p:txBody>
      </p:sp>
    </p:spTree>
    <p:extLst>
      <p:ext uri="{BB962C8B-B14F-4D97-AF65-F5344CB8AC3E}">
        <p14:creationId xmlns:p14="http://schemas.microsoft.com/office/powerpoint/2010/main" val="260772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4C3EB-A702-D17F-4829-E37569932D53}"/>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C94372AF-741E-13F0-7A49-5899AAA88E58}"/>
              </a:ext>
            </a:extLst>
          </p:cNvPr>
          <p:cNvSpPr txBox="1"/>
          <p:nvPr/>
        </p:nvSpPr>
        <p:spPr>
          <a:xfrm>
            <a:off x="6291973"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IMPLEMENTATION</a:t>
            </a:r>
          </a:p>
        </p:txBody>
      </p:sp>
      <p:pic>
        <p:nvPicPr>
          <p:cNvPr id="17" name="object 3">
            <a:extLst>
              <a:ext uri="{FF2B5EF4-FFF2-40B4-BE49-F238E27FC236}">
                <a16:creationId xmlns:a16="http://schemas.microsoft.com/office/drawing/2014/main" id="{A1EEC003-D96B-9878-B867-CB3E416DA499}"/>
              </a:ext>
            </a:extLst>
          </p:cNvPr>
          <p:cNvPicPr/>
          <p:nvPr/>
        </p:nvPicPr>
        <p:blipFill>
          <a:blip r:embed="rId2" cstate="print"/>
          <a:stretch>
            <a:fillRect/>
          </a:stretch>
        </p:blipFill>
        <p:spPr>
          <a:xfrm>
            <a:off x="2170350" y="204311"/>
            <a:ext cx="1163002" cy="424338"/>
          </a:xfrm>
          <a:prstGeom prst="rect">
            <a:avLst/>
          </a:prstGeom>
        </p:spPr>
      </p:pic>
      <p:grpSp>
        <p:nvGrpSpPr>
          <p:cNvPr id="2" name="object 3">
            <a:extLst>
              <a:ext uri="{FF2B5EF4-FFF2-40B4-BE49-F238E27FC236}">
                <a16:creationId xmlns:a16="http://schemas.microsoft.com/office/drawing/2014/main" id="{444C8BDC-1408-2F08-ECFE-24342F99259F}"/>
              </a:ext>
            </a:extLst>
          </p:cNvPr>
          <p:cNvGrpSpPr/>
          <p:nvPr/>
        </p:nvGrpSpPr>
        <p:grpSpPr>
          <a:xfrm>
            <a:off x="4546600" y="85009"/>
            <a:ext cx="5103904" cy="1198311"/>
            <a:chOff x="2648188" y="47148"/>
            <a:chExt cx="5103904" cy="1198311"/>
          </a:xfrm>
        </p:grpSpPr>
        <p:pic>
          <p:nvPicPr>
            <p:cNvPr id="3" name="object 4">
              <a:extLst>
                <a:ext uri="{FF2B5EF4-FFF2-40B4-BE49-F238E27FC236}">
                  <a16:creationId xmlns:a16="http://schemas.microsoft.com/office/drawing/2014/main" id="{486D7949-B407-1EA2-DD79-8A477F1C214A}"/>
                </a:ext>
              </a:extLst>
            </p:cNvPr>
            <p:cNvPicPr/>
            <p:nvPr/>
          </p:nvPicPr>
          <p:blipFill>
            <a:blip r:embed="rId3" cstate="print"/>
            <a:stretch>
              <a:fillRect/>
            </a:stretch>
          </p:blipFill>
          <p:spPr>
            <a:xfrm>
              <a:off x="2648188" y="47148"/>
              <a:ext cx="5103904" cy="1198311"/>
            </a:xfrm>
            <a:prstGeom prst="rect">
              <a:avLst/>
            </a:prstGeom>
          </p:spPr>
        </p:pic>
        <p:pic>
          <p:nvPicPr>
            <p:cNvPr id="4" name="object 5">
              <a:extLst>
                <a:ext uri="{FF2B5EF4-FFF2-40B4-BE49-F238E27FC236}">
                  <a16:creationId xmlns:a16="http://schemas.microsoft.com/office/drawing/2014/main" id="{AF19115A-194D-B4F3-FDC6-80C7A9EAC643}"/>
                </a:ext>
              </a:extLst>
            </p:cNvPr>
            <p:cNvPicPr/>
            <p:nvPr/>
          </p:nvPicPr>
          <p:blipFill>
            <a:blip r:embed="rId4" cstate="print"/>
            <a:stretch>
              <a:fillRect/>
            </a:stretch>
          </p:blipFill>
          <p:spPr>
            <a:xfrm>
              <a:off x="2703195" y="86439"/>
              <a:ext cx="4997767" cy="1092279"/>
            </a:xfrm>
            <a:prstGeom prst="rect">
              <a:avLst/>
            </a:prstGeom>
          </p:spPr>
        </p:pic>
        <p:pic>
          <p:nvPicPr>
            <p:cNvPr id="5" name="object 6">
              <a:extLst>
                <a:ext uri="{FF2B5EF4-FFF2-40B4-BE49-F238E27FC236}">
                  <a16:creationId xmlns:a16="http://schemas.microsoft.com/office/drawing/2014/main" id="{E665D128-267F-2426-96EF-5BA2DC13C642}"/>
                </a:ext>
              </a:extLst>
            </p:cNvPr>
            <p:cNvPicPr/>
            <p:nvPr/>
          </p:nvPicPr>
          <p:blipFill>
            <a:blip r:embed="rId5" cstate="print"/>
            <a:stretch>
              <a:fillRect/>
            </a:stretch>
          </p:blipFill>
          <p:spPr>
            <a:xfrm>
              <a:off x="2828925" y="243549"/>
              <a:ext cx="4585268" cy="522565"/>
            </a:xfrm>
            <a:prstGeom prst="rect">
              <a:avLst/>
            </a:prstGeom>
          </p:spPr>
        </p:pic>
        <p:sp>
          <p:nvSpPr>
            <p:cNvPr id="6" name="object 7">
              <a:extLst>
                <a:ext uri="{FF2B5EF4-FFF2-40B4-BE49-F238E27FC236}">
                  <a16:creationId xmlns:a16="http://schemas.microsoft.com/office/drawing/2014/main" id="{CBF6A033-32D1-951A-E7A6-E89336F7E40B}"/>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dirty="0"/>
            </a:p>
          </p:txBody>
        </p:sp>
      </p:grpSp>
      <p:sp>
        <p:nvSpPr>
          <p:cNvPr id="7" name="TextBox 6">
            <a:extLst>
              <a:ext uri="{FF2B5EF4-FFF2-40B4-BE49-F238E27FC236}">
                <a16:creationId xmlns:a16="http://schemas.microsoft.com/office/drawing/2014/main" id="{0A3D4540-9EF3-DE22-0F98-4B4BAC3FACC2}"/>
              </a:ext>
            </a:extLst>
          </p:cNvPr>
          <p:cNvSpPr txBox="1"/>
          <p:nvPr/>
        </p:nvSpPr>
        <p:spPr>
          <a:xfrm>
            <a:off x="5080000" y="321325"/>
            <a:ext cx="5029200" cy="392415"/>
          </a:xfrm>
          <a:prstGeom prst="rect">
            <a:avLst/>
          </a:prstGeom>
          <a:noFill/>
        </p:spPr>
        <p:txBody>
          <a:bodyPr wrap="square">
            <a:spAutoFit/>
          </a:bodyPr>
          <a:lstStyle/>
          <a:p>
            <a:r>
              <a:rPr lang="en-IN" sz="1950" b="1" dirty="0">
                <a:solidFill>
                  <a:schemeClr val="bg1"/>
                </a:solidFill>
                <a:latin typeface="Times New Roman" panose="02020603050405020304" pitchFamily="18" charset="0"/>
                <a:cs typeface="Times New Roman" panose="02020603050405020304" pitchFamily="18" charset="0"/>
              </a:rPr>
              <a:t>DEMONSTRATE &amp; PRESENT</a:t>
            </a:r>
          </a:p>
        </p:txBody>
      </p:sp>
      <p:sp>
        <p:nvSpPr>
          <p:cNvPr id="12" name="TextBox 11">
            <a:extLst>
              <a:ext uri="{FF2B5EF4-FFF2-40B4-BE49-F238E27FC236}">
                <a16:creationId xmlns:a16="http://schemas.microsoft.com/office/drawing/2014/main" id="{87C73140-4F6D-4D20-344B-266B43F6668B}"/>
              </a:ext>
            </a:extLst>
          </p:cNvPr>
          <p:cNvSpPr txBox="1"/>
          <p:nvPr/>
        </p:nvSpPr>
        <p:spPr>
          <a:xfrm>
            <a:off x="1422400" y="1373689"/>
            <a:ext cx="10363200" cy="5570756"/>
          </a:xfrm>
          <a:prstGeom prst="rect">
            <a:avLst/>
          </a:prstGeom>
          <a:noFill/>
        </p:spPr>
        <p:txBody>
          <a:bodyPr wrap="square">
            <a:spAutoFit/>
          </a:bodyPr>
          <a:lstStyle/>
          <a:p>
            <a:pPr>
              <a:buNone/>
            </a:pPr>
            <a:r>
              <a:rPr lang="en-IN" sz="2000" b="1">
                <a:latin typeface="Times New Roman" panose="02020603050405020304" pitchFamily="18" charset="0"/>
                <a:cs typeface="Times New Roman" panose="02020603050405020304" pitchFamily="18" charset="0"/>
              </a:rPr>
              <a:t>Project Demonstration</a:t>
            </a:r>
          </a:p>
          <a:p>
            <a:pPr>
              <a:buNone/>
            </a:pPr>
            <a:r>
              <a:rPr lang="en-IN" sz="2000">
                <a:latin typeface="Times New Roman" panose="02020603050405020304" pitchFamily="18" charset="0"/>
                <a:cs typeface="Times New Roman" panose="02020603050405020304" pitchFamily="18" charset="0"/>
              </a:rPr>
              <a:t>• Explain the problem statement and objectives.</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Present the entities and attributes.</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Explain the ER diagram and relationships.</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Present the relational database schema.</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Demonstrate the tables and constraints.</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Show the sample data.</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Execute SQL queries.</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Demonstrate CRUD operations.</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Show JOIN and aggregate queries.</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Explain data integrity and validation.</a:t>
            </a:r>
            <a:br>
              <a:rPr lang="en-IN" sz="2000">
                <a:latin typeface="Times New Roman" panose="02020603050405020304" pitchFamily="18" charset="0"/>
                <a:cs typeface="Times New Roman" panose="02020603050405020304" pitchFamily="18" charset="0"/>
              </a:rPr>
            </a:br>
            <a:r>
              <a:rPr lang="en-IN" sz="2000">
                <a:latin typeface="Times New Roman" panose="02020603050405020304" pitchFamily="18" charset="0"/>
                <a:cs typeface="Times New Roman" panose="02020603050405020304" pitchFamily="18" charset="0"/>
              </a:rPr>
              <a:t>• Display the query results.</a:t>
            </a:r>
          </a:p>
          <a:p>
            <a:pPr>
              <a:buNone/>
            </a:pPr>
            <a:endParaRPr lang="en-IN" sz="2000">
              <a:latin typeface="Times New Roman" panose="02020603050405020304" pitchFamily="18" charset="0"/>
              <a:cs typeface="Times New Roman" panose="02020603050405020304" pitchFamily="18" charset="0"/>
            </a:endParaRPr>
          </a:p>
          <a:p>
            <a:pPr>
              <a:buNone/>
            </a:pPr>
            <a:r>
              <a:rPr lang="en-IN" sz="2400">
                <a:latin typeface="Times New Roman" panose="02020603050405020304" pitchFamily="18" charset="0"/>
                <a:cs typeface="Times New Roman" panose="02020603050405020304" pitchFamily="18" charset="0"/>
              </a:rPr>
              <a:t>“Finally, we demonstrate our University Academic Management System by showing the database tables, sample data, SQL queries, CRUD operations, and their outputs. Our project provides an organized and efficient way to manage academic information.”</a:t>
            </a:r>
          </a:p>
        </p:txBody>
      </p:sp>
    </p:spTree>
    <p:extLst>
      <p:ext uri="{BB962C8B-B14F-4D97-AF65-F5344CB8AC3E}">
        <p14:creationId xmlns:p14="http://schemas.microsoft.com/office/powerpoint/2010/main" val="2607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ABB4592-5775-79D7-4F02-0BE4F7025B51}"/>
              </a:ext>
            </a:extLst>
          </p:cNvPr>
          <p:cNvSpPr txBox="1"/>
          <p:nvPr/>
        </p:nvSpPr>
        <p:spPr>
          <a:xfrm>
            <a:off x="1955800" y="1390003"/>
            <a:ext cx="9370933" cy="3785652"/>
          </a:xfrm>
          <a:prstGeom prst="rect">
            <a:avLst/>
          </a:prstGeom>
          <a:noFill/>
        </p:spPr>
        <p:txBody>
          <a:bodyPr wrap="square" rtlCol="0">
            <a:spAutoFit/>
          </a:bodyPr>
          <a:lstStyle/>
          <a:p>
            <a:r>
              <a:rPr lang="en-IN" sz="2400" b="1">
                <a:latin typeface="Times New Roman" panose="02020603050405020304" pitchFamily="18" charset="0"/>
                <a:cs typeface="Times New Roman" panose="02020603050405020304" pitchFamily="18" charset="0"/>
              </a:rPr>
              <a:t>CONCLUSION</a:t>
            </a:r>
          </a:p>
          <a:p>
            <a:r>
              <a:rPr lang="en-IN" sz="2400">
                <a:latin typeface="Times New Roman" panose="02020603050405020304" pitchFamily="18" charset="0"/>
                <a:cs typeface="Times New Roman" panose="02020603050405020304" pitchFamily="18" charset="0"/>
              </a:rPr>
              <a:t>The University Academic Management System was successfully designed and implemented to manage university academic information in a structured manner. The system includes well-defined entities, relationships, database tables, keys and constraints. SQL operations such as CRUD, JOIN, GROUP BY, aggregate functions and views were successfully performed and tested. Data integrity and validation were also maintained, making the system accurate, consistent and efficient for managing academic records.</a:t>
            </a:r>
          </a:p>
          <a:p>
            <a:endParaRPr lang="en-IN" sz="2400" dirty="0">
              <a:latin typeface="Times New Roman" panose="02020603050405020304" pitchFamily="18" charset="0"/>
              <a:cs typeface="Times New Roman" panose="02020603050405020304" pitchFamily="18" charset="0"/>
            </a:endParaRPr>
          </a:p>
        </p:txBody>
      </p:sp>
      <p:grpSp>
        <p:nvGrpSpPr>
          <p:cNvPr id="7" name="object 3">
            <a:extLst>
              <a:ext uri="{FF2B5EF4-FFF2-40B4-BE49-F238E27FC236}">
                <a16:creationId xmlns:a16="http://schemas.microsoft.com/office/drawing/2014/main" id="{20B8B724-A73F-F006-222B-6A4FF27EB83E}"/>
              </a:ext>
            </a:extLst>
          </p:cNvPr>
          <p:cNvGrpSpPr/>
          <p:nvPr/>
        </p:nvGrpSpPr>
        <p:grpSpPr>
          <a:xfrm>
            <a:off x="4356848" y="152401"/>
            <a:ext cx="5103904" cy="1198311"/>
            <a:chOff x="2648188" y="47148"/>
            <a:chExt cx="5103904" cy="1198311"/>
          </a:xfrm>
        </p:grpSpPr>
        <p:pic>
          <p:nvPicPr>
            <p:cNvPr id="8" name="object 4">
              <a:extLst>
                <a:ext uri="{FF2B5EF4-FFF2-40B4-BE49-F238E27FC236}">
                  <a16:creationId xmlns:a16="http://schemas.microsoft.com/office/drawing/2014/main" id="{8D96FE08-6C48-29F6-B8BF-733A1FE4EFC2}"/>
                </a:ext>
              </a:extLst>
            </p:cNvPr>
            <p:cNvPicPr/>
            <p:nvPr/>
          </p:nvPicPr>
          <p:blipFill>
            <a:blip r:embed="rId2" cstate="print"/>
            <a:stretch>
              <a:fillRect/>
            </a:stretch>
          </p:blipFill>
          <p:spPr>
            <a:xfrm>
              <a:off x="2648188" y="47148"/>
              <a:ext cx="5103904" cy="1198311"/>
            </a:xfrm>
            <a:prstGeom prst="rect">
              <a:avLst/>
            </a:prstGeom>
          </p:spPr>
        </p:pic>
        <p:pic>
          <p:nvPicPr>
            <p:cNvPr id="9" name="object 5">
              <a:extLst>
                <a:ext uri="{FF2B5EF4-FFF2-40B4-BE49-F238E27FC236}">
                  <a16:creationId xmlns:a16="http://schemas.microsoft.com/office/drawing/2014/main" id="{F663E0BF-F2C3-9990-10F0-85152F3B7499}"/>
                </a:ext>
              </a:extLst>
            </p:cNvPr>
            <p:cNvPicPr/>
            <p:nvPr/>
          </p:nvPicPr>
          <p:blipFill>
            <a:blip r:embed="rId3" cstate="print"/>
            <a:stretch>
              <a:fillRect/>
            </a:stretch>
          </p:blipFill>
          <p:spPr>
            <a:xfrm>
              <a:off x="2703195" y="86439"/>
              <a:ext cx="4997767" cy="1092279"/>
            </a:xfrm>
            <a:prstGeom prst="rect">
              <a:avLst/>
            </a:prstGeom>
          </p:spPr>
        </p:pic>
        <p:pic>
          <p:nvPicPr>
            <p:cNvPr id="10" name="object 6">
              <a:extLst>
                <a:ext uri="{FF2B5EF4-FFF2-40B4-BE49-F238E27FC236}">
                  <a16:creationId xmlns:a16="http://schemas.microsoft.com/office/drawing/2014/main" id="{AF92C391-8A67-101D-C7DE-D42721562E91}"/>
                </a:ext>
              </a:extLst>
            </p:cNvPr>
            <p:cNvPicPr/>
            <p:nvPr/>
          </p:nvPicPr>
          <p:blipFill>
            <a:blip r:embed="rId4" cstate="print"/>
            <a:stretch>
              <a:fillRect/>
            </a:stretch>
          </p:blipFill>
          <p:spPr>
            <a:xfrm>
              <a:off x="2828925" y="243549"/>
              <a:ext cx="4585268" cy="522565"/>
            </a:xfrm>
            <a:prstGeom prst="rect">
              <a:avLst/>
            </a:prstGeom>
          </p:spPr>
        </p:pic>
        <p:sp>
          <p:nvSpPr>
            <p:cNvPr id="11" name="object 7">
              <a:extLst>
                <a:ext uri="{FF2B5EF4-FFF2-40B4-BE49-F238E27FC236}">
                  <a16:creationId xmlns:a16="http://schemas.microsoft.com/office/drawing/2014/main" id="{5C67209A-2109-EE49-1C12-165FDE2056AC}"/>
                </a:ext>
              </a:extLst>
            </p:cNvPr>
            <p:cNvSpPr/>
            <p:nvPr/>
          </p:nvSpPr>
          <p:spPr>
            <a:xfrm>
              <a:off x="2883931" y="282892"/>
              <a:ext cx="4479290" cy="416559"/>
            </a:xfrm>
            <a:custGeom>
              <a:avLst/>
              <a:gdLst/>
              <a:ahLst/>
              <a:cxnLst/>
              <a:rect l="l" t="t" r="r" b="b"/>
              <a:pathLst>
                <a:path w="4479290" h="416559">
                  <a:moveTo>
                    <a:pt x="4394158" y="0"/>
                  </a:moveTo>
                  <a:lnTo>
                    <a:pt x="84972" y="0"/>
                  </a:lnTo>
                  <a:lnTo>
                    <a:pt x="51863" y="5448"/>
                  </a:lnTo>
                  <a:lnTo>
                    <a:pt x="24831" y="20326"/>
                  </a:lnTo>
                  <a:lnTo>
                    <a:pt x="6705" y="42329"/>
                  </a:lnTo>
                  <a:lnTo>
                    <a:pt x="0" y="69361"/>
                  </a:lnTo>
                  <a:lnTo>
                    <a:pt x="0" y="346910"/>
                  </a:lnTo>
                  <a:lnTo>
                    <a:pt x="6705" y="373941"/>
                  </a:lnTo>
                  <a:lnTo>
                    <a:pt x="24831" y="395944"/>
                  </a:lnTo>
                  <a:lnTo>
                    <a:pt x="51863" y="410822"/>
                  </a:lnTo>
                  <a:lnTo>
                    <a:pt x="84972" y="416271"/>
                  </a:lnTo>
                  <a:lnTo>
                    <a:pt x="4394158" y="416271"/>
                  </a:lnTo>
                  <a:lnTo>
                    <a:pt x="4427267" y="410822"/>
                  </a:lnTo>
                  <a:lnTo>
                    <a:pt x="4454299" y="395944"/>
                  </a:lnTo>
                  <a:lnTo>
                    <a:pt x="4472425" y="373941"/>
                  </a:lnTo>
                  <a:lnTo>
                    <a:pt x="4479131" y="346910"/>
                  </a:lnTo>
                  <a:lnTo>
                    <a:pt x="4479131" y="69361"/>
                  </a:lnTo>
                  <a:lnTo>
                    <a:pt x="4472425" y="42329"/>
                  </a:lnTo>
                  <a:lnTo>
                    <a:pt x="4454299" y="20326"/>
                  </a:lnTo>
                  <a:lnTo>
                    <a:pt x="4427267" y="5448"/>
                  </a:lnTo>
                  <a:lnTo>
                    <a:pt x="4394158" y="0"/>
                  </a:lnTo>
                  <a:close/>
                </a:path>
              </a:pathLst>
            </a:custGeom>
            <a:solidFill>
              <a:srgbClr val="FF6600"/>
            </a:solidFill>
          </p:spPr>
          <p:txBody>
            <a:bodyPr wrap="square" lIns="0" tIns="0" rIns="0" bIns="0" rtlCol="0"/>
            <a:lstStyle/>
            <a:p>
              <a:endParaRPr/>
            </a:p>
          </p:txBody>
        </p:sp>
      </p:grpSp>
      <p:sp>
        <p:nvSpPr>
          <p:cNvPr id="12" name="object 9">
            <a:extLst>
              <a:ext uri="{FF2B5EF4-FFF2-40B4-BE49-F238E27FC236}">
                <a16:creationId xmlns:a16="http://schemas.microsoft.com/office/drawing/2014/main" id="{F513CBE2-66AF-A982-0CC5-B24C79BA9503}"/>
              </a:ext>
            </a:extLst>
          </p:cNvPr>
          <p:cNvSpPr txBox="1">
            <a:spLocks noGrp="1"/>
          </p:cNvSpPr>
          <p:nvPr>
            <p:ph type="title"/>
          </p:nvPr>
        </p:nvSpPr>
        <p:spPr>
          <a:xfrm>
            <a:off x="5824855" y="432593"/>
            <a:ext cx="2167890" cy="327660"/>
          </a:xfrm>
          <a:prstGeom prst="rect">
            <a:avLst/>
          </a:prstGeom>
        </p:spPr>
        <p:txBody>
          <a:bodyPr vert="horz" wrap="square" lIns="0" tIns="16510" rIns="0" bIns="0" rtlCol="0">
            <a:spAutoFit/>
          </a:bodyPr>
          <a:lstStyle/>
          <a:p>
            <a:pPr marL="12700">
              <a:spcBef>
                <a:spcPts val="130"/>
              </a:spcBef>
            </a:pPr>
            <a:r>
              <a:rPr lang="en-IN" sz="1950" dirty="0">
                <a:solidFill>
                  <a:schemeClr val="bg1"/>
                </a:solidFill>
                <a:latin typeface="Times New Roman" panose="02020603050405020304" pitchFamily="18" charset="0"/>
                <a:cs typeface="Times New Roman" panose="02020603050405020304" pitchFamily="18" charset="0"/>
              </a:rPr>
              <a:t>CONCLUSION</a:t>
            </a:r>
          </a:p>
        </p:txBody>
      </p:sp>
      <p:pic>
        <p:nvPicPr>
          <p:cNvPr id="13" name="object 3">
            <a:extLst>
              <a:ext uri="{FF2B5EF4-FFF2-40B4-BE49-F238E27FC236}">
                <a16:creationId xmlns:a16="http://schemas.microsoft.com/office/drawing/2014/main" id="{A2CEDFE4-2383-831F-CDEE-1CF3B0215E16}"/>
              </a:ext>
            </a:extLst>
          </p:cNvPr>
          <p:cNvPicPr/>
          <p:nvPr/>
        </p:nvPicPr>
        <p:blipFill>
          <a:blip r:embed="rId5" cstate="print"/>
          <a:stretch>
            <a:fillRect/>
          </a:stretch>
        </p:blipFill>
        <p:spPr>
          <a:xfrm>
            <a:off x="2170350" y="204311"/>
            <a:ext cx="1163002" cy="424338"/>
          </a:xfrm>
          <a:prstGeom prst="rect">
            <a:avLst/>
          </a:prstGeom>
        </p:spPr>
      </p:pic>
    </p:spTree>
    <p:extLst>
      <p:ext uri="{BB962C8B-B14F-4D97-AF65-F5344CB8AC3E}">
        <p14:creationId xmlns:p14="http://schemas.microsoft.com/office/powerpoint/2010/main" val="2694192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B32A-9B14-7FA0-D59B-AF32355B7813}"/>
              </a:ext>
            </a:extLst>
          </p:cNvPr>
          <p:cNvSpPr>
            <a:spLocks noGrp="1"/>
          </p:cNvSpPr>
          <p:nvPr>
            <p:ph type="ctrTitle"/>
          </p:nvPr>
        </p:nvSpPr>
        <p:spPr>
          <a:xfrm>
            <a:off x="5080000" y="3352800"/>
            <a:ext cx="4038600" cy="738664"/>
          </a:xfrm>
        </p:spPr>
        <p:txBody>
          <a:bodyPr/>
          <a:lstStyle/>
          <a:p>
            <a:r>
              <a:rPr lang="en-IN" sz="4800" dirty="0">
                <a:solidFill>
                  <a:schemeClr val="accent6">
                    <a:lumMod val="75000"/>
                  </a:schemeClr>
                </a:solidFill>
              </a:rPr>
              <a:t>THANK YOU</a:t>
            </a:r>
          </a:p>
        </p:txBody>
      </p:sp>
      <p:pic>
        <p:nvPicPr>
          <p:cNvPr id="4" name="object 3">
            <a:extLst>
              <a:ext uri="{FF2B5EF4-FFF2-40B4-BE49-F238E27FC236}">
                <a16:creationId xmlns:a16="http://schemas.microsoft.com/office/drawing/2014/main" id="{82A927C3-140A-7ABC-91C2-249562DF33FB}"/>
              </a:ext>
            </a:extLst>
          </p:cNvPr>
          <p:cNvPicPr/>
          <p:nvPr/>
        </p:nvPicPr>
        <p:blipFill>
          <a:blip r:embed="rId2" cstate="print"/>
          <a:stretch>
            <a:fillRect/>
          </a:stretch>
        </p:blipFill>
        <p:spPr>
          <a:xfrm>
            <a:off x="2170350" y="204311"/>
            <a:ext cx="1163002" cy="424338"/>
          </a:xfrm>
          <a:prstGeom prst="rect">
            <a:avLst/>
          </a:prstGeom>
        </p:spPr>
      </p:pic>
    </p:spTree>
    <p:extLst>
      <p:ext uri="{BB962C8B-B14F-4D97-AF65-F5344CB8AC3E}">
        <p14:creationId xmlns:p14="http://schemas.microsoft.com/office/powerpoint/2010/main" val="746778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2747</TotalTime>
  <Words>2094</Words>
  <Application>Microsoft Office PowerPoint</Application>
  <PresentationFormat>Custom</PresentationFormat>
  <Paragraphs>313</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Cambria</vt:lpstr>
      <vt:lpstr>Palatino Linotype</vt:lpstr>
      <vt:lpstr>Times New Roman</vt:lpstr>
      <vt:lpstr>Wingdings</vt:lpstr>
      <vt:lpstr>Office Theme</vt:lpstr>
      <vt:lpstr>Database Management Systems Cornerstone Project Final Review (Review I &amp; II)</vt:lpstr>
      <vt:lpstr>PowerPoint Presentation</vt:lpstr>
      <vt:lpstr>PowerPoint Presentation</vt:lpstr>
      <vt:lpst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Zeroth Review</dc:title>
  <dc:creator>RESHMA BASAPATHI</dc:creator>
  <cp:lastModifiedBy>Harshini Kurapati</cp:lastModifiedBy>
  <cp:revision>49</cp:revision>
  <cp:lastPrinted>2025-10-14T18:21:49Z</cp:lastPrinted>
  <dcterms:created xsi:type="dcterms:W3CDTF">2025-10-10T08:28:06Z</dcterms:created>
  <dcterms:modified xsi:type="dcterms:W3CDTF">2026-09-27T16:53:46Z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2025-09-12T00:00:00Z</vt:filetime>
  </property>
  <property fmtid="{D5CDD505-2E9C-101B-9397-08002B2CF9AE}" pid="3" name="LastSaved">
    <vt:filetime>2025-10-10T00:00:00Z</vt:filetime>
  </property>
</Properties>
</file>