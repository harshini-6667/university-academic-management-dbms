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81" r:id="rId5"/>
    <p:sldId id="283" r:id="rId6"/>
    <p:sldId id="309" r:id="rId7"/>
    <p:sldId id="302" r:id="rId8"/>
    <p:sldId id="310" r:id="rId9"/>
    <p:sldId id="311" r:id="rId10"/>
    <p:sldId id="312" r:id="rId11"/>
    <p:sldId id="313" r:id="rId12"/>
    <p:sldId id="269" r:id="rId1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54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6DA3BE-BC35-482E-A9D5-81E02A338F7B}" v="142" dt="2026-08-12T15:00:30.74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80" d="100"/>
          <a:sy n="80" d="100"/>
        </p:scale>
        <p:origin x="132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ni Kurapati" userId="9560231c53e69916" providerId="LiveId" clId="{1A9AD16B-1DE0-4CC9-BEBE-E0794F5A341D}"/>
    <pc:docChg chg="undo custSel addSld delSld modSld sldOrd modMainMaster modNotesMaster">
      <pc:chgData name="Harshini Kurapati" userId="9560231c53e69916" providerId="LiveId" clId="{1A9AD16B-1DE0-4CC9-BEBE-E0794F5A341D}" dt="2026-08-18T03:45:08.606" v="2890" actId="14100"/>
      <pc:docMkLst>
        <pc:docMk/>
      </pc:docMkLst>
      <pc:sldChg chg="modSp mod">
        <pc:chgData name="Harshini Kurapati" userId="9560231c53e69916" providerId="LiveId" clId="{1A9AD16B-1DE0-4CC9-BEBE-E0794F5A341D}" dt="2026-08-18T03:38:33.163" v="2885" actId="20577"/>
        <pc:sldMkLst>
          <pc:docMk/>
          <pc:sldMk cId="0" sldId="256"/>
        </pc:sldMkLst>
        <pc:spChg chg="mod">
          <ac:chgData name="Harshini Kurapati" userId="9560231c53e69916" providerId="LiveId" clId="{1A9AD16B-1DE0-4CC9-BEBE-E0794F5A341D}" dt="2026-08-14T08:21:34.415" v="2869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Harshini Kurapati" userId="9560231c53e69916" providerId="LiveId" clId="{1A9AD16B-1DE0-4CC9-BEBE-E0794F5A341D}" dt="2026-08-18T03:38:33.163" v="2885" actId="20577"/>
          <ac:spMkLst>
            <pc:docMk/>
            <pc:sldMk cId="0" sldId="256"/>
            <ac:spMk id="4" creationId="{00000000-0000-0000-0000-000000000000}"/>
          </ac:spMkLst>
        </pc:sp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 mod">
        <pc:chgData name="Harshini Kurapati" userId="9560231c53e69916" providerId="LiveId" clId="{1A9AD16B-1DE0-4CC9-BEBE-E0794F5A341D}" dt="2026-08-12T14:40:32.915" v="2406" actId="20577"/>
        <pc:sldMkLst>
          <pc:docMk/>
          <pc:sldMk cId="0" sldId="257"/>
        </pc:sldMkLst>
        <pc:spChg chg="mod">
          <ac:chgData name="Harshini Kurapati" userId="9560231c53e69916" providerId="LiveId" clId="{1A9AD16B-1DE0-4CC9-BEBE-E0794F5A341D}" dt="2026-08-11T16:25:22.483" v="872"/>
          <ac:spMkLst>
            <pc:docMk/>
            <pc:sldMk cId="0" sldId="257"/>
            <ac:spMk id="9" creationId="{00000000-0000-0000-0000-000000000000}"/>
          </ac:spMkLst>
        </pc:spChg>
        <pc:spChg chg="mod">
          <ac:chgData name="Harshini Kurapati" userId="9560231c53e69916" providerId="LiveId" clId="{1A9AD16B-1DE0-4CC9-BEBE-E0794F5A341D}" dt="2026-08-11T16:25:22.483" v="872"/>
          <ac:spMkLst>
            <pc:docMk/>
            <pc:sldMk cId="0" sldId="257"/>
            <ac:spMk id="10" creationId="{00000000-0000-0000-0000-000000000000}"/>
          </ac:spMkLst>
        </pc:spChg>
        <pc:spChg chg="add mod">
          <ac:chgData name="Harshini Kurapati" userId="9560231c53e69916" providerId="LiveId" clId="{1A9AD16B-1DE0-4CC9-BEBE-E0794F5A341D}" dt="2026-08-12T14:40:32.915" v="2406" actId="20577"/>
          <ac:spMkLst>
            <pc:docMk/>
            <pc:sldMk cId="0" sldId="257"/>
            <ac:spMk id="34" creationId="{EF0D225B-B492-C128-BDD4-F427536C62A3}"/>
          </ac:spMkLst>
        </pc:spChg>
        <pc:grpChg chg="mod">
          <ac:chgData name="Harshini Kurapati" userId="9560231c53e69916" providerId="LiveId" clId="{1A9AD16B-1DE0-4CC9-BEBE-E0794F5A341D}" dt="2026-08-11T16:25:22.483" v="872"/>
          <ac:grpSpMkLst>
            <pc:docMk/>
            <pc:sldMk cId="0" sldId="257"/>
            <ac:grpSpMk id="5" creationId="{00000000-0000-0000-0000-000000000000}"/>
          </ac:grpSpMkLst>
        </pc:grp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0" sldId="257"/>
            <ac:picMk id="3" creationId="{00000000-0000-0000-0000-000000000000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0" sldId="257"/>
            <ac:picMk id="6" creationId="{00000000-0000-0000-0000-000000000000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0" sldId="257"/>
            <ac:picMk id="7" creationId="{00000000-0000-0000-0000-000000000000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0" sldId="257"/>
            <ac:picMk id="8" creationId="{00000000-0000-0000-0000-000000000000}"/>
          </ac:picMkLst>
        </pc:picChg>
      </pc:sldChg>
      <pc:sldChg chg="modSp mod">
        <pc:chgData name="Harshini Kurapati" userId="9560231c53e69916" providerId="LiveId" clId="{1A9AD16B-1DE0-4CC9-BEBE-E0794F5A341D}" dt="2026-08-12T08:46:44.927" v="2306" actId="2711"/>
        <pc:sldMkLst>
          <pc:docMk/>
          <pc:sldMk cId="0" sldId="258"/>
        </pc:sldMkLst>
        <pc:spChg chg="mod">
          <ac:chgData name="Harshini Kurapati" userId="9560231c53e69916" providerId="LiveId" clId="{1A9AD16B-1DE0-4CC9-BEBE-E0794F5A341D}" dt="2026-08-11T16:25:22.483" v="872"/>
          <ac:spMkLst>
            <pc:docMk/>
            <pc:sldMk cId="0" sldId="258"/>
            <ac:spMk id="7" creationId="{00000000-0000-0000-0000-000000000000}"/>
          </ac:spMkLst>
        </pc:spChg>
        <pc:spChg chg="mod">
          <ac:chgData name="Harshini Kurapati" userId="9560231c53e69916" providerId="LiveId" clId="{1A9AD16B-1DE0-4CC9-BEBE-E0794F5A341D}" dt="2026-08-12T08:46:44.927" v="2306" actId="2711"/>
          <ac:spMkLst>
            <pc:docMk/>
            <pc:sldMk cId="0" sldId="258"/>
            <ac:spMk id="8" creationId="{652852EA-FB77-8C56-6E86-BBF7BB19083C}"/>
          </ac:spMkLst>
        </pc:spChg>
        <pc:spChg chg="mod">
          <ac:chgData name="Harshini Kurapati" userId="9560231c53e69916" providerId="LiveId" clId="{1A9AD16B-1DE0-4CC9-BEBE-E0794F5A341D}" dt="2026-08-11T16:25:22.483" v="872"/>
          <ac:spMkLst>
            <pc:docMk/>
            <pc:sldMk cId="0" sldId="258"/>
            <ac:spMk id="9" creationId="{00000000-0000-0000-0000-000000000000}"/>
          </ac:spMkLst>
        </pc:spChg>
        <pc:grpChg chg="mod">
          <ac:chgData name="Harshini Kurapati" userId="9560231c53e69916" providerId="LiveId" clId="{1A9AD16B-1DE0-4CC9-BEBE-E0794F5A341D}" dt="2026-08-11T16:25:22.483" v="872"/>
          <ac:grpSpMkLst>
            <pc:docMk/>
            <pc:sldMk cId="0" sldId="258"/>
            <ac:grpSpMk id="3" creationId="{00000000-0000-0000-0000-000000000000}"/>
          </ac:grpSpMkLst>
        </pc:grp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0" sldId="258"/>
            <ac:picMk id="4" creationId="{00000000-0000-0000-0000-000000000000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0" sldId="258"/>
            <ac:picMk id="5" creationId="{00000000-0000-0000-0000-000000000000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0" sldId="258"/>
            <ac:picMk id="10" creationId="{1B5A0518-1CDA-CA94-327E-0995E9EC2B84}"/>
          </ac:picMkLst>
        </pc:picChg>
      </pc:sldChg>
      <pc:sldChg chg="modSp add del">
        <pc:chgData name="Harshini Kurapati" userId="9560231c53e69916" providerId="LiveId" clId="{1A9AD16B-1DE0-4CC9-BEBE-E0794F5A341D}" dt="2026-08-12T15:23:18.506" v="2567" actId="47"/>
        <pc:sldMkLst>
          <pc:docMk/>
          <pc:sldMk cId="746778759" sldId="269"/>
        </pc:sldMkLst>
        <pc:spChg chg="mod">
          <ac:chgData name="Harshini Kurapati" userId="9560231c53e69916" providerId="LiveId" clId="{1A9AD16B-1DE0-4CC9-BEBE-E0794F5A341D}" dt="2026-08-11T16:25:22.483" v="872"/>
          <ac:spMkLst>
            <pc:docMk/>
            <pc:sldMk cId="746778759" sldId="269"/>
            <ac:spMk id="2" creationId="{04F5B32A-9B14-7FA0-D59B-AF32355B7813}"/>
          </ac:spMkLst>
        </pc:sp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746778759" sldId="269"/>
            <ac:picMk id="4" creationId="{82A927C3-140A-7ABC-91C2-249562DF33FB}"/>
          </ac:picMkLst>
        </pc:picChg>
      </pc:sldChg>
      <pc:sldChg chg="modSp mod ord">
        <pc:chgData name="Harshini Kurapati" userId="9560231c53e69916" providerId="LiveId" clId="{1A9AD16B-1DE0-4CC9-BEBE-E0794F5A341D}" dt="2026-08-13T05:57:05.071" v="2791"/>
        <pc:sldMkLst>
          <pc:docMk/>
          <pc:sldMk cId="4239901173" sldId="281"/>
        </pc:sldMkLst>
        <pc:spChg chg="mod">
          <ac:chgData name="Harshini Kurapati" userId="9560231c53e69916" providerId="LiveId" clId="{1A9AD16B-1DE0-4CC9-BEBE-E0794F5A341D}" dt="2026-08-11T16:25:22.483" v="872"/>
          <ac:spMkLst>
            <pc:docMk/>
            <pc:sldMk cId="4239901173" sldId="281"/>
            <ac:spMk id="2" creationId="{BE67B7F0-9F4E-807D-6945-52E549721A2F}"/>
          </ac:spMkLst>
        </pc:spChg>
        <pc:spChg chg="mod">
          <ac:chgData name="Harshini Kurapati" userId="9560231c53e69916" providerId="LiveId" clId="{1A9AD16B-1DE0-4CC9-BEBE-E0794F5A341D}" dt="2026-08-11T16:25:22.483" v="872"/>
          <ac:spMkLst>
            <pc:docMk/>
            <pc:sldMk cId="4239901173" sldId="281"/>
            <ac:spMk id="8" creationId="{CCD87EAE-5A9D-4F88-4CA6-467D3FABF439}"/>
          </ac:spMkLst>
        </pc:spChg>
        <pc:spChg chg="mod">
          <ac:chgData name="Harshini Kurapati" userId="9560231c53e69916" providerId="LiveId" clId="{1A9AD16B-1DE0-4CC9-BEBE-E0794F5A341D}" dt="2026-08-13T05:32:07.883" v="2786" actId="20577"/>
          <ac:spMkLst>
            <pc:docMk/>
            <pc:sldMk cId="4239901173" sldId="281"/>
            <ac:spMk id="12" creationId="{1846078C-A9C1-59A5-6005-1BDC29CFA4B3}"/>
          </ac:spMkLst>
        </pc:spChg>
        <pc:spChg chg="mod">
          <ac:chgData name="Harshini Kurapati" userId="9560231c53e69916" providerId="LiveId" clId="{1A9AD16B-1DE0-4CC9-BEBE-E0794F5A341D}" dt="2026-08-11T16:25:22.483" v="872"/>
          <ac:spMkLst>
            <pc:docMk/>
            <pc:sldMk cId="4239901173" sldId="281"/>
            <ac:spMk id="15" creationId="{A2887D2C-2E02-6A70-73C6-B8FAF11F0DB0}"/>
          </ac:spMkLst>
        </pc:spChg>
        <pc:grpChg chg="mod">
          <ac:chgData name="Harshini Kurapati" userId="9560231c53e69916" providerId="LiveId" clId="{1A9AD16B-1DE0-4CC9-BEBE-E0794F5A341D}" dt="2026-08-11T16:25:22.483" v="872"/>
          <ac:grpSpMkLst>
            <pc:docMk/>
            <pc:sldMk cId="4239901173" sldId="281"/>
            <ac:grpSpMk id="4" creationId="{2B02B738-0C10-B2E4-3FBC-9E4A166526AB}"/>
          </ac:grpSpMkLst>
        </pc:grp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4239901173" sldId="281"/>
            <ac:picMk id="5" creationId="{5C885B57-53A0-3491-E7B6-0351BD35E208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4239901173" sldId="281"/>
            <ac:picMk id="6" creationId="{58461FAC-72F2-60AB-202B-A9A3791612FB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4239901173" sldId="281"/>
            <ac:picMk id="7" creationId="{9527545C-8F32-992F-919D-92EB9BF31E66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4239901173" sldId="281"/>
            <ac:picMk id="17" creationId="{35FFB648-8082-F0A7-D51A-D63CD49EDB3A}"/>
          </ac:picMkLst>
        </pc:picChg>
      </pc:sldChg>
      <pc:sldChg chg="modSp mod">
        <pc:chgData name="Harshini Kurapati" userId="9560231c53e69916" providerId="LiveId" clId="{1A9AD16B-1DE0-4CC9-BEBE-E0794F5A341D}" dt="2026-08-13T05:32:53.939" v="2787" actId="14100"/>
        <pc:sldMkLst>
          <pc:docMk/>
          <pc:sldMk cId="1041636657" sldId="283"/>
        </pc:sldMkLst>
        <pc:spChg chg="mod">
          <ac:chgData name="Harshini Kurapati" userId="9560231c53e69916" providerId="LiveId" clId="{1A9AD16B-1DE0-4CC9-BEBE-E0794F5A341D}" dt="2026-08-13T05:32:53.939" v="2787" actId="14100"/>
          <ac:spMkLst>
            <pc:docMk/>
            <pc:sldMk cId="1041636657" sldId="283"/>
            <ac:spMk id="3" creationId="{A170F851-6913-C4FB-70CD-C4C951796EE0}"/>
          </ac:spMkLst>
        </pc:spChg>
        <pc:spChg chg="mod">
          <ac:chgData name="Harshini Kurapati" userId="9560231c53e69916" providerId="LiveId" clId="{1A9AD16B-1DE0-4CC9-BEBE-E0794F5A341D}" dt="2026-08-11T16:25:22.483" v="872"/>
          <ac:spMkLst>
            <pc:docMk/>
            <pc:sldMk cId="1041636657" sldId="283"/>
            <ac:spMk id="8" creationId="{BEBDC1AC-8786-DCB3-AE3D-7C60E4881085}"/>
          </ac:spMkLst>
        </pc:spChg>
        <pc:spChg chg="mod">
          <ac:chgData name="Harshini Kurapati" userId="9560231c53e69916" providerId="LiveId" clId="{1A9AD16B-1DE0-4CC9-BEBE-E0794F5A341D}" dt="2026-08-11T16:34:48.641" v="985" actId="20577"/>
          <ac:spMkLst>
            <pc:docMk/>
            <pc:sldMk cId="1041636657" sldId="283"/>
            <ac:spMk id="15" creationId="{EBA9C86F-30E3-F53F-DB03-16F3C710E30F}"/>
          </ac:spMkLst>
        </pc:spChg>
        <pc:grpChg chg="mod">
          <ac:chgData name="Harshini Kurapati" userId="9560231c53e69916" providerId="LiveId" clId="{1A9AD16B-1DE0-4CC9-BEBE-E0794F5A341D}" dt="2026-08-11T16:25:22.483" v="872"/>
          <ac:grpSpMkLst>
            <pc:docMk/>
            <pc:sldMk cId="1041636657" sldId="283"/>
            <ac:grpSpMk id="4" creationId="{2627F602-40B3-1D0F-7401-F4EC1D18358F}"/>
          </ac:grpSpMkLst>
        </pc:grp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1041636657" sldId="283"/>
            <ac:picMk id="5" creationId="{CED3E446-6816-2335-DD30-DA16876AB4C4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1041636657" sldId="283"/>
            <ac:picMk id="6" creationId="{978FFF70-79DE-5231-71E3-FDD3505892FA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1041636657" sldId="283"/>
            <ac:picMk id="7" creationId="{E2E44C9B-9F2D-C042-25B1-14E9B8E8EF9C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1041636657" sldId="283"/>
            <ac:picMk id="17" creationId="{17A22ADC-684C-05C6-816C-4D3D080143FA}"/>
          </ac:picMkLst>
        </pc:picChg>
      </pc:sldChg>
      <pc:sldChg chg="modSp mod">
        <pc:chgData name="Harshini Kurapati" userId="9560231c53e69916" providerId="LiveId" clId="{1A9AD16B-1DE0-4CC9-BEBE-E0794F5A341D}" dt="2026-08-11T17:48:20.568" v="1933" actId="207"/>
        <pc:sldMkLst>
          <pc:docMk/>
          <pc:sldMk cId="2915814474" sldId="302"/>
        </pc:sldMkLst>
        <pc:spChg chg="mod">
          <ac:chgData name="Harshini Kurapati" userId="9560231c53e69916" providerId="LiveId" clId="{1A9AD16B-1DE0-4CC9-BEBE-E0794F5A341D}" dt="2026-08-11T17:48:20.568" v="1933" actId="207"/>
          <ac:spMkLst>
            <pc:docMk/>
            <pc:sldMk cId="2915814474" sldId="302"/>
            <ac:spMk id="7" creationId="{F97DF1A6-4AD9-FEBE-A6A6-2F63A8E955D8}"/>
          </ac:spMkLst>
        </pc:spChg>
        <pc:grpChg chg="mod">
          <ac:chgData name="Harshini Kurapati" userId="9560231c53e69916" providerId="LiveId" clId="{1A9AD16B-1DE0-4CC9-BEBE-E0794F5A341D}" dt="2026-08-11T16:25:22.483" v="872"/>
          <ac:grpSpMkLst>
            <pc:docMk/>
            <pc:sldMk cId="2915814474" sldId="302"/>
            <ac:grpSpMk id="3" creationId="{ACE0B2A7-B604-1025-40C0-6A549DD551FE}"/>
          </ac:grpSpMkLst>
        </pc:grpChg>
        <pc:graphicFrameChg chg="mod modGraphic">
          <ac:chgData name="Harshini Kurapati" userId="9560231c53e69916" providerId="LiveId" clId="{1A9AD16B-1DE0-4CC9-BEBE-E0794F5A341D}" dt="2026-08-11T17:09:49.820" v="1350" actId="255"/>
          <ac:graphicFrameMkLst>
            <pc:docMk/>
            <pc:sldMk cId="2915814474" sldId="302"/>
            <ac:graphicFrameMk id="9" creationId="{C2B15304-458F-F587-352B-89CE794ABBD3}"/>
          </ac:graphicFrameMkLst>
        </pc:graphicFrameChg>
        <pc:picChg chg="mod">
          <ac:chgData name="Harshini Kurapati" userId="9560231c53e69916" providerId="LiveId" clId="{1A9AD16B-1DE0-4CC9-BEBE-E0794F5A341D}" dt="2026-08-11T16:52:29.809" v="1217" actId="1076"/>
          <ac:picMkLst>
            <pc:docMk/>
            <pc:sldMk cId="2915814474" sldId="302"/>
            <ac:picMk id="2" creationId="{E3A20E79-BB3F-7E95-FEFE-7CC0FB49939C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2915814474" sldId="302"/>
            <ac:picMk id="4" creationId="{C66B5CB7-C42C-986B-699C-6D26396DB643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2915814474" sldId="302"/>
            <ac:picMk id="5" creationId="{55FF265C-7885-EA83-0EEE-FB4D04766DA8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2915814474" sldId="302"/>
            <ac:picMk id="6" creationId="{F900B8E8-9B58-B765-FC19-79379F96CDEE}"/>
          </ac:picMkLst>
        </pc:picChg>
      </pc:sldChg>
      <pc:sldChg chg="addSp delSp modSp mod">
        <pc:chgData name="Harshini Kurapati" userId="9560231c53e69916" providerId="LiveId" clId="{1A9AD16B-1DE0-4CC9-BEBE-E0794F5A341D}" dt="2026-08-12T08:48:34.246" v="2316" actId="2711"/>
        <pc:sldMkLst>
          <pc:docMk/>
          <pc:sldMk cId="2620546127" sldId="309"/>
        </pc:sldMkLst>
        <pc:spChg chg="add mod">
          <ac:chgData name="Harshini Kurapati" userId="9560231c53e69916" providerId="LiveId" clId="{1A9AD16B-1DE0-4CC9-BEBE-E0794F5A341D}" dt="2026-08-11T16:35:36.665" v="992" actId="1076"/>
          <ac:spMkLst>
            <pc:docMk/>
            <pc:sldMk cId="2620546127" sldId="309"/>
            <ac:spMk id="3" creationId="{480A98DA-1DDB-D240-FE07-50D9642ED36F}"/>
          </ac:spMkLst>
        </pc:spChg>
        <pc:spChg chg="mod">
          <ac:chgData name="Harshini Kurapati" userId="9560231c53e69916" providerId="LiveId" clId="{1A9AD16B-1DE0-4CC9-BEBE-E0794F5A341D}" dt="2026-08-11T16:25:22.483" v="872"/>
          <ac:spMkLst>
            <pc:docMk/>
            <pc:sldMk cId="2620546127" sldId="309"/>
            <ac:spMk id="8" creationId="{6D1C8C56-EE6F-4841-ACC9-4D951020E65D}"/>
          </ac:spMkLst>
        </pc:spChg>
        <pc:spChg chg="mod">
          <ac:chgData name="Harshini Kurapati" userId="9560231c53e69916" providerId="LiveId" clId="{1A9AD16B-1DE0-4CC9-BEBE-E0794F5A341D}" dt="2026-08-11T16:25:22.483" v="872"/>
          <ac:spMkLst>
            <pc:docMk/>
            <pc:sldMk cId="2620546127" sldId="309"/>
            <ac:spMk id="29" creationId="{AA7570D5-560B-4093-434B-5FBB17738653}"/>
          </ac:spMkLst>
        </pc:spChg>
        <pc:grpChg chg="mod">
          <ac:chgData name="Harshini Kurapati" userId="9560231c53e69916" providerId="LiveId" clId="{1A9AD16B-1DE0-4CC9-BEBE-E0794F5A341D}" dt="2026-08-11T16:25:22.483" v="872"/>
          <ac:grpSpMkLst>
            <pc:docMk/>
            <pc:sldMk cId="2620546127" sldId="309"/>
            <ac:grpSpMk id="4" creationId="{689CE5C9-2B2D-BBFF-A87D-7E2D89E8AE53}"/>
          </ac:grpSpMkLst>
        </pc:grpChg>
        <pc:graphicFrameChg chg="add mod modGraphic">
          <ac:chgData name="Harshini Kurapati" userId="9560231c53e69916" providerId="LiveId" clId="{1A9AD16B-1DE0-4CC9-BEBE-E0794F5A341D}" dt="2026-08-12T08:48:34.246" v="2316" actId="2711"/>
          <ac:graphicFrameMkLst>
            <pc:docMk/>
            <pc:sldMk cId="2620546127" sldId="309"/>
            <ac:graphicFrameMk id="2" creationId="{4441389B-F059-9045-02F5-595D1C559484}"/>
          </ac:graphicFrameMkLst>
        </pc:graphicFrame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2620546127" sldId="309"/>
            <ac:picMk id="5" creationId="{31D6BFC4-501D-205D-9565-88217713EF36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2620546127" sldId="309"/>
            <ac:picMk id="6" creationId="{A6389F09-26DE-6372-6A39-DD1A199B5463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2620546127" sldId="309"/>
            <ac:picMk id="7" creationId="{0F4A24A8-DFB8-1229-F874-8EBC1A68CBD2}"/>
          </ac:picMkLst>
        </pc:picChg>
        <pc:picChg chg="mod">
          <ac:chgData name="Harshini Kurapati" userId="9560231c53e69916" providerId="LiveId" clId="{1A9AD16B-1DE0-4CC9-BEBE-E0794F5A341D}" dt="2026-08-11T16:25:22.483" v="872"/>
          <ac:picMkLst>
            <pc:docMk/>
            <pc:sldMk cId="2620546127" sldId="309"/>
            <ac:picMk id="17" creationId="{AB2948ED-8829-2284-E87F-7A2B8EE77AEE}"/>
          </ac:picMkLst>
        </pc:picChg>
      </pc:sldChg>
      <pc:sldChg chg="addSp delSp modSp add mod ord">
        <pc:chgData name="Harshini Kurapati" userId="9560231c53e69916" providerId="LiveId" clId="{1A9AD16B-1DE0-4CC9-BEBE-E0794F5A341D}" dt="2026-08-11T17:21:15.626" v="1388" actId="1076"/>
        <pc:sldMkLst>
          <pc:docMk/>
          <pc:sldMk cId="2260218896" sldId="310"/>
        </pc:sldMkLst>
        <pc:spChg chg="mod">
          <ac:chgData name="Harshini Kurapati" userId="9560231c53e69916" providerId="LiveId" clId="{1A9AD16B-1DE0-4CC9-BEBE-E0794F5A341D}" dt="2026-08-11T16:29:37.122" v="940" actId="20577"/>
          <ac:spMkLst>
            <pc:docMk/>
            <pc:sldMk cId="2260218896" sldId="310"/>
            <ac:spMk id="7" creationId="{BC502549-94EC-38B7-9D34-A176A789F772}"/>
          </ac:spMkLst>
        </pc:spChg>
        <pc:grpChg chg="mod">
          <ac:chgData name="Harshini Kurapati" userId="9560231c53e69916" providerId="LiveId" clId="{1A9AD16B-1DE0-4CC9-BEBE-E0794F5A341D}" dt="2026-08-11T16:52:23.690" v="1216" actId="14100"/>
          <ac:grpSpMkLst>
            <pc:docMk/>
            <pc:sldMk cId="2260218896" sldId="310"/>
            <ac:grpSpMk id="3" creationId="{5C215272-D9AB-C0C3-C769-3E410F148FAF}"/>
          </ac:grpSpMkLst>
        </pc:grpChg>
        <pc:graphicFrameChg chg="add mod modGraphic">
          <ac:chgData name="Harshini Kurapati" userId="9560231c53e69916" providerId="LiveId" clId="{1A9AD16B-1DE0-4CC9-BEBE-E0794F5A341D}" dt="2026-08-11T17:08:20.612" v="1338" actId="14734"/>
          <ac:graphicFrameMkLst>
            <pc:docMk/>
            <pc:sldMk cId="2260218896" sldId="310"/>
            <ac:graphicFrameMk id="8" creationId="{C19D7EBA-C7FC-2BA6-0F35-5318D8862DF9}"/>
          </ac:graphicFrameMkLst>
        </pc:graphicFrameChg>
        <pc:picChg chg="mod">
          <ac:chgData name="Harshini Kurapati" userId="9560231c53e69916" providerId="LiveId" clId="{1A9AD16B-1DE0-4CC9-BEBE-E0794F5A341D}" dt="2026-08-11T17:21:15.626" v="1388" actId="1076"/>
          <ac:picMkLst>
            <pc:docMk/>
            <pc:sldMk cId="2260218896" sldId="310"/>
            <ac:picMk id="2" creationId="{E7297322-FE52-1348-7F3D-4CD4906008A9}"/>
          </ac:picMkLst>
        </pc:picChg>
      </pc:sldChg>
      <pc:sldChg chg="addSp delSp modSp new mod">
        <pc:chgData name="Harshini Kurapati" userId="9560231c53e69916" providerId="LiveId" clId="{1A9AD16B-1DE0-4CC9-BEBE-E0794F5A341D}" dt="2026-08-18T03:45:08.606" v="2890" actId="14100"/>
        <pc:sldMkLst>
          <pc:docMk/>
          <pc:sldMk cId="194766165" sldId="311"/>
        </pc:sldMkLst>
        <pc:picChg chg="add del mod">
          <ac:chgData name="Harshini Kurapati" userId="9560231c53e69916" providerId="LiveId" clId="{1A9AD16B-1DE0-4CC9-BEBE-E0794F5A341D}" dt="2026-08-18T03:44:34.022" v="2886" actId="21"/>
          <ac:picMkLst>
            <pc:docMk/>
            <pc:sldMk cId="194766165" sldId="311"/>
            <ac:picMk id="4" creationId="{36BDEA69-A3A8-AFD1-9694-2565221FA1C4}"/>
          </ac:picMkLst>
        </pc:picChg>
        <pc:picChg chg="add mod">
          <ac:chgData name="Harshini Kurapati" userId="9560231c53e69916" providerId="LiveId" clId="{1A9AD16B-1DE0-4CC9-BEBE-E0794F5A341D}" dt="2026-08-18T03:45:08.606" v="2890" actId="14100"/>
          <ac:picMkLst>
            <pc:docMk/>
            <pc:sldMk cId="194766165" sldId="311"/>
            <ac:picMk id="5" creationId="{92FC8BBF-71C8-E57E-8242-4469ABD5F118}"/>
          </ac:picMkLst>
        </pc:picChg>
        <pc:picChg chg="add mod">
          <ac:chgData name="Harshini Kurapati" userId="9560231c53e69916" providerId="LiveId" clId="{1A9AD16B-1DE0-4CC9-BEBE-E0794F5A341D}" dt="2026-08-11T17:20:34.774" v="1387" actId="1076"/>
          <ac:picMkLst>
            <pc:docMk/>
            <pc:sldMk cId="194766165" sldId="311"/>
            <ac:picMk id="8" creationId="{ED8BEB0C-DD4C-08DA-ECC4-99F5FC565FB3}"/>
          </ac:picMkLst>
        </pc:picChg>
      </pc:sldChg>
      <pc:sldChg chg="addSp delSp modSp new add del mod">
        <pc:chgData name="Harshini Kurapati" userId="9560231c53e69916" providerId="LiveId" clId="{1A9AD16B-1DE0-4CC9-BEBE-E0794F5A341D}" dt="2026-08-12T15:27:31.598" v="2763" actId="20577"/>
        <pc:sldMkLst>
          <pc:docMk/>
          <pc:sldMk cId="3677069265" sldId="312"/>
        </pc:sldMkLst>
        <pc:spChg chg="mod">
          <ac:chgData name="Harshini Kurapati" userId="9560231c53e69916" providerId="LiveId" clId="{1A9AD16B-1DE0-4CC9-BEBE-E0794F5A341D}" dt="2026-08-11T17:24:36.392" v="1477" actId="14100"/>
          <ac:spMkLst>
            <pc:docMk/>
            <pc:sldMk cId="3677069265" sldId="312"/>
            <ac:spMk id="2" creationId="{981F760F-94B1-6EC1-FB9B-F196CB0FAAB3}"/>
          </ac:spMkLst>
        </pc:spChg>
        <pc:spChg chg="add mod">
          <ac:chgData name="Harshini Kurapati" userId="9560231c53e69916" providerId="LiveId" clId="{1A9AD16B-1DE0-4CC9-BEBE-E0794F5A341D}" dt="2026-08-12T15:01:16.352" v="2423" actId="207"/>
          <ac:spMkLst>
            <pc:docMk/>
            <pc:sldMk cId="3677069265" sldId="312"/>
            <ac:spMk id="7" creationId="{43132AC5-5F8F-CB80-F4E0-21808CE14AF4}"/>
          </ac:spMkLst>
        </pc:spChg>
        <pc:graphicFrameChg chg="add mod modGraphic">
          <ac:chgData name="Harshini Kurapati" userId="9560231c53e69916" providerId="LiveId" clId="{1A9AD16B-1DE0-4CC9-BEBE-E0794F5A341D}" dt="2026-08-12T15:27:31.598" v="2763" actId="20577"/>
          <ac:graphicFrameMkLst>
            <pc:docMk/>
            <pc:sldMk cId="3677069265" sldId="312"/>
            <ac:graphicFrameMk id="6" creationId="{AFD0138B-5FB0-3660-188E-38A174748F9B}"/>
          </ac:graphicFrameMkLst>
        </pc:graphicFrameChg>
        <pc:picChg chg="add mod">
          <ac:chgData name="Harshini Kurapati" userId="9560231c53e69916" providerId="LiveId" clId="{1A9AD16B-1DE0-4CC9-BEBE-E0794F5A341D}" dt="2026-08-11T17:21:22.569" v="1390" actId="1076"/>
          <ac:picMkLst>
            <pc:docMk/>
            <pc:sldMk cId="3677069265" sldId="312"/>
            <ac:picMk id="4" creationId="{1C7DD541-E484-0A3F-29FD-4443A42B61EA}"/>
          </ac:picMkLst>
        </pc:picChg>
      </pc:sldChg>
      <pc:sldChg chg="addSp delSp modSp add del mod">
        <pc:chgData name="Harshini Kurapati" userId="9560231c53e69916" providerId="LiveId" clId="{1A9AD16B-1DE0-4CC9-BEBE-E0794F5A341D}" dt="2026-08-12T15:23:18.921" v="2568" actId="47"/>
        <pc:sldMkLst>
          <pc:docMk/>
          <pc:sldMk cId="1493651123" sldId="313"/>
        </pc:sldMkLst>
        <pc:spChg chg="mod">
          <ac:chgData name="Harshini Kurapati" userId="9560231c53e69916" providerId="LiveId" clId="{1A9AD16B-1DE0-4CC9-BEBE-E0794F5A341D}" dt="2026-08-12T14:11:52.371" v="2372" actId="255"/>
          <ac:spMkLst>
            <pc:docMk/>
            <pc:sldMk cId="1493651123" sldId="313"/>
            <ac:spMk id="7" creationId="{0BC63B44-10E8-4C6D-CED4-73E4B629D8C7}"/>
          </ac:spMkLst>
        </pc:spChg>
        <pc:spChg chg="add mod">
          <ac:chgData name="Harshini Kurapati" userId="9560231c53e69916" providerId="LiveId" clId="{1A9AD16B-1DE0-4CC9-BEBE-E0794F5A341D}" dt="2026-08-12T14:15:36.227" v="2391" actId="2711"/>
          <ac:spMkLst>
            <pc:docMk/>
            <pc:sldMk cId="1493651123" sldId="313"/>
            <ac:spMk id="11" creationId="{34D999FB-68CE-D6D4-B0A5-4A0BF3172487}"/>
          </ac:spMkLst>
        </pc:spChg>
      </pc:sldChg>
      <pc:sldMasterChg chg="modSp modSldLayout">
        <pc:chgData name="Harshini Kurapati" userId="9560231c53e69916" providerId="LiveId" clId="{1A9AD16B-1DE0-4CC9-BEBE-E0794F5A341D}" dt="2026-08-11T16:25:22.483" v="872"/>
        <pc:sldMasterMkLst>
          <pc:docMk/>
          <pc:sldMasterMk cId="0" sldId="2147483648"/>
        </pc:sldMasterMkLst>
        <pc:spChg chg="mod">
          <ac:chgData name="Harshini Kurapati" userId="9560231c53e69916" providerId="LiveId" clId="{1A9AD16B-1DE0-4CC9-BEBE-E0794F5A341D}" dt="2026-08-11T16:25:22.483" v="872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Harshini Kurapati" userId="9560231c53e69916" providerId="LiveId" clId="{1A9AD16B-1DE0-4CC9-BEBE-E0794F5A341D}" dt="2026-08-11T16:25:22.483" v="872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Harshini Kurapati" userId="9560231c53e69916" providerId="LiveId" clId="{1A9AD16B-1DE0-4CC9-BEBE-E0794F5A341D}" dt="2026-08-11T16:25:22.483" v="872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Harshini Kurapati" userId="9560231c53e69916" providerId="LiveId" clId="{1A9AD16B-1DE0-4CC9-BEBE-E0794F5A341D}" dt="2026-08-11T16:25:22.483" v="872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Harshini Kurapati" userId="9560231c53e69916" providerId="LiveId" clId="{1A9AD16B-1DE0-4CC9-BEBE-E0794F5A341D}" dt="2026-08-11T16:25:22.483" v="872"/>
          <ac:spMkLst>
            <pc:docMk/>
            <pc:sldMasterMk cId="0" sldId="2147483648"/>
            <ac:spMk id="6" creationId="{00000000-0000-0000-0000-000000000000}"/>
          </ac:spMkLst>
        </pc:spChg>
        <pc:sldLayoutChg chg="modSp">
          <pc:chgData name="Harshini Kurapati" userId="9560231c53e69916" providerId="LiveId" clId="{1A9AD16B-1DE0-4CC9-BEBE-E0794F5A341D}" dt="2026-08-11T16:25:22.483" v="872"/>
          <pc:sldLayoutMkLst>
            <pc:docMk/>
            <pc:sldMasterMk cId="0" sldId="2147483648"/>
            <pc:sldLayoutMk cId="0" sldId="2147483661"/>
          </pc:sldLayoutMkLst>
          <pc:spChg chg="mod">
            <ac:chgData name="Harshini Kurapati" userId="9560231c53e69916" providerId="LiveId" clId="{1A9AD16B-1DE0-4CC9-BEBE-E0794F5A341D}" dt="2026-08-11T16:25:22.483" v="872"/>
            <ac:spMkLst>
              <pc:docMk/>
              <pc:sldMasterMk cId="0" sldId="2147483648"/>
              <pc:sldLayoutMk cId="0" sldId="2147483661"/>
              <ac:spMk id="2" creationId="{00000000-0000-0000-0000-000000000000}"/>
            </ac:spMkLst>
          </pc:spChg>
          <pc:spChg chg="mod">
            <ac:chgData name="Harshini Kurapati" userId="9560231c53e69916" providerId="LiveId" clId="{1A9AD16B-1DE0-4CC9-BEBE-E0794F5A341D}" dt="2026-08-11T16:25:22.483" v="872"/>
            <ac:spMkLst>
              <pc:docMk/>
              <pc:sldMasterMk cId="0" sldId="2147483648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Harshini Kurapati" userId="9560231c53e69916" providerId="LiveId" clId="{1A9AD16B-1DE0-4CC9-BEBE-E0794F5A341D}" dt="2026-08-11T16:25:22.483" v="872"/>
          <pc:sldLayoutMkLst>
            <pc:docMk/>
            <pc:sldMasterMk cId="0" sldId="2147483648"/>
            <pc:sldLayoutMk cId="0" sldId="2147483662"/>
          </pc:sldLayoutMkLst>
          <pc:spChg chg="mod">
            <ac:chgData name="Harshini Kurapati" userId="9560231c53e69916" providerId="LiveId" clId="{1A9AD16B-1DE0-4CC9-BEBE-E0794F5A341D}" dt="2026-08-11T16:25:22.483" v="872"/>
            <ac:spMkLst>
              <pc:docMk/>
              <pc:sldMasterMk cId="0" sldId="2147483648"/>
              <pc:sldLayoutMk cId="0" sldId="2147483662"/>
              <ac:spMk id="2" creationId="{00000000-0000-0000-0000-000000000000}"/>
            </ac:spMkLst>
          </pc:spChg>
          <pc:spChg chg="mod">
            <ac:chgData name="Harshini Kurapati" userId="9560231c53e69916" providerId="LiveId" clId="{1A9AD16B-1DE0-4CC9-BEBE-E0794F5A341D}" dt="2026-08-11T16:25:22.483" v="872"/>
            <ac:spMkLst>
              <pc:docMk/>
              <pc:sldMasterMk cId="0" sldId="2147483648"/>
              <pc:sldLayoutMk cId="0" sldId="2147483662"/>
              <ac:spMk id="3" creationId="{00000000-0000-0000-0000-000000000000}"/>
            </ac:spMkLst>
          </pc:spChg>
        </pc:sldLayoutChg>
        <pc:sldLayoutChg chg="modSp">
          <pc:chgData name="Harshini Kurapati" userId="9560231c53e69916" providerId="LiveId" clId="{1A9AD16B-1DE0-4CC9-BEBE-E0794F5A341D}" dt="2026-08-11T16:25:22.483" v="872"/>
          <pc:sldLayoutMkLst>
            <pc:docMk/>
            <pc:sldMasterMk cId="0" sldId="2147483648"/>
            <pc:sldLayoutMk cId="0" sldId="2147483663"/>
          </pc:sldLayoutMkLst>
          <pc:spChg chg="mod">
            <ac:chgData name="Harshini Kurapati" userId="9560231c53e69916" providerId="LiveId" clId="{1A9AD16B-1DE0-4CC9-BEBE-E0794F5A341D}" dt="2026-08-11T16:25:22.483" v="872"/>
            <ac:spMkLst>
              <pc:docMk/>
              <pc:sldMasterMk cId="0" sldId="2147483648"/>
              <pc:sldLayoutMk cId="0" sldId="2147483663"/>
              <ac:spMk id="2" creationId="{00000000-0000-0000-0000-000000000000}"/>
            </ac:spMkLst>
          </pc:spChg>
          <pc:spChg chg="mod">
            <ac:chgData name="Harshini Kurapati" userId="9560231c53e69916" providerId="LiveId" clId="{1A9AD16B-1DE0-4CC9-BEBE-E0794F5A341D}" dt="2026-08-11T16:25:22.483" v="872"/>
            <ac:spMkLst>
              <pc:docMk/>
              <pc:sldMasterMk cId="0" sldId="2147483648"/>
              <pc:sldLayoutMk cId="0" sldId="2147483663"/>
              <ac:spMk id="3" creationId="{00000000-0000-0000-0000-000000000000}"/>
            </ac:spMkLst>
          </pc:spChg>
          <pc:spChg chg="mod">
            <ac:chgData name="Harshini Kurapati" userId="9560231c53e69916" providerId="LiveId" clId="{1A9AD16B-1DE0-4CC9-BEBE-E0794F5A341D}" dt="2026-08-11T16:25:22.483" v="872"/>
            <ac:spMkLst>
              <pc:docMk/>
              <pc:sldMasterMk cId="0" sldId="2147483648"/>
              <pc:sldLayoutMk cId="0" sldId="2147483663"/>
              <ac:spMk id="4" creationId="{00000000-0000-0000-0000-000000000000}"/>
            </ac:spMkLst>
          </pc:spChg>
        </pc:sldLayoutChg>
        <pc:sldLayoutChg chg="modSp">
          <pc:chgData name="Harshini Kurapati" userId="9560231c53e69916" providerId="LiveId" clId="{1A9AD16B-1DE0-4CC9-BEBE-E0794F5A341D}" dt="2026-08-11T16:25:22.483" v="872"/>
          <pc:sldLayoutMkLst>
            <pc:docMk/>
            <pc:sldMasterMk cId="0" sldId="2147483648"/>
            <pc:sldLayoutMk cId="0" sldId="2147483664"/>
          </pc:sldLayoutMkLst>
          <pc:spChg chg="mod">
            <ac:chgData name="Harshini Kurapati" userId="9560231c53e69916" providerId="LiveId" clId="{1A9AD16B-1DE0-4CC9-BEBE-E0794F5A341D}" dt="2026-08-11T16:25:22.483" v="872"/>
            <ac:spMkLst>
              <pc:docMk/>
              <pc:sldMasterMk cId="0" sldId="2147483648"/>
              <pc:sldLayoutMk cId="0" sldId="2147483664"/>
              <ac:spMk id="2" creationId="{00000000-0000-0000-0000-000000000000}"/>
            </ac:spMkLst>
          </pc:spChg>
        </pc:sldLayoutChg>
        <pc:sldLayoutChg chg="modSp">
          <pc:chgData name="Harshini Kurapati" userId="9560231c53e69916" providerId="LiveId" clId="{1A9AD16B-1DE0-4CC9-BEBE-E0794F5A341D}" dt="2026-08-11T16:25:22.483" v="872"/>
          <pc:sldLayoutMkLst>
            <pc:docMk/>
            <pc:sldMasterMk cId="0" sldId="2147483648"/>
            <pc:sldLayoutMk cId="0" sldId="2147483665"/>
          </pc:sldLayoutMkLst>
          <pc:spChg chg="mod">
            <ac:chgData name="Harshini Kurapati" userId="9560231c53e69916" providerId="LiveId" clId="{1A9AD16B-1DE0-4CC9-BEBE-E0794F5A341D}" dt="2026-08-11T16:25:22.483" v="872"/>
            <ac:spMkLst>
              <pc:docMk/>
              <pc:sldMasterMk cId="0" sldId="2147483648"/>
              <pc:sldLayoutMk cId="0" sldId="2147483665"/>
              <ac:spMk id="19" creationId="{00000000-0000-0000-0000-000000000000}"/>
            </ac:spMkLst>
          </pc:spChg>
          <pc:picChg chg="mod">
            <ac:chgData name="Harshini Kurapati" userId="9560231c53e69916" providerId="LiveId" clId="{1A9AD16B-1DE0-4CC9-BEBE-E0794F5A341D}" dt="2026-08-11T16:25:22.483" v="872"/>
            <ac:picMkLst>
              <pc:docMk/>
              <pc:sldMasterMk cId="0" sldId="2147483648"/>
              <pc:sldLayoutMk cId="0" sldId="2147483665"/>
              <ac:picMk id="16" creationId="{00000000-0000-0000-0000-000000000000}"/>
            </ac:picMkLst>
          </pc:picChg>
          <pc:picChg chg="mod">
            <ac:chgData name="Harshini Kurapati" userId="9560231c53e69916" providerId="LiveId" clId="{1A9AD16B-1DE0-4CC9-BEBE-E0794F5A341D}" dt="2026-08-11T16:25:22.483" v="872"/>
            <ac:picMkLst>
              <pc:docMk/>
              <pc:sldMasterMk cId="0" sldId="2147483648"/>
              <pc:sldLayoutMk cId="0" sldId="2147483665"/>
              <ac:picMk id="17" creationId="{00000000-0000-0000-0000-000000000000}"/>
            </ac:picMkLst>
          </pc:picChg>
          <pc:picChg chg="mod">
            <ac:chgData name="Harshini Kurapati" userId="9560231c53e69916" providerId="LiveId" clId="{1A9AD16B-1DE0-4CC9-BEBE-E0794F5A341D}" dt="2026-08-11T16:25:22.483" v="872"/>
            <ac:picMkLst>
              <pc:docMk/>
              <pc:sldMasterMk cId="0" sldId="2147483648"/>
              <pc:sldLayoutMk cId="0" sldId="2147483665"/>
              <ac:picMk id="18" creationId="{00000000-0000-0000-0000-000000000000}"/>
            </ac:picMkLst>
          </pc:picChg>
          <pc:picChg chg="mod">
            <ac:chgData name="Harshini Kurapati" userId="9560231c53e69916" providerId="LiveId" clId="{1A9AD16B-1DE0-4CC9-BEBE-E0794F5A341D}" dt="2026-08-11T16:25:22.483" v="872"/>
            <ac:picMkLst>
              <pc:docMk/>
              <pc:sldMasterMk cId="0" sldId="2147483648"/>
              <pc:sldLayoutMk cId="0" sldId="2147483665"/>
              <ac:picMk id="20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7"/>
            <a:ext cx="8549640" cy="353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2" y="881555"/>
            <a:ext cx="2528570" cy="707886"/>
          </a:xfrm>
        </p:spPr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90" y="1409150"/>
            <a:ext cx="8949055" cy="300082"/>
          </a:xfrm>
        </p:spPr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2" y="881555"/>
            <a:ext cx="2528570" cy="707886"/>
          </a:xfrm>
        </p:spPr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2" y="881555"/>
            <a:ext cx="2528570" cy="707886"/>
          </a:xfrm>
        </p:spPr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7" y="258726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8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5" y="251411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2" y="290753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5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2" y="881557"/>
            <a:ext cx="2528570" cy="353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90" y="1409150"/>
            <a:ext cx="8949055" cy="300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5"/>
            <a:ext cx="32186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5"/>
            <a:ext cx="23134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5"/>
            <a:ext cx="23134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162" eaLnBrk="1" hangingPunct="1">
        <a:defRPr>
          <a:latin typeface="+mn-lt"/>
          <a:ea typeface="+mn-ea"/>
          <a:cs typeface="+mn-cs"/>
        </a:defRPr>
      </a:lvl2pPr>
      <a:lvl3pPr marL="914323" eaLnBrk="1" hangingPunct="1">
        <a:defRPr>
          <a:latin typeface="+mn-lt"/>
          <a:ea typeface="+mn-ea"/>
          <a:cs typeface="+mn-cs"/>
        </a:defRPr>
      </a:lvl3pPr>
      <a:lvl4pPr marL="1371485" eaLnBrk="1" hangingPunct="1">
        <a:defRPr>
          <a:latin typeface="+mn-lt"/>
          <a:ea typeface="+mn-ea"/>
          <a:cs typeface="+mn-cs"/>
        </a:defRPr>
      </a:lvl4pPr>
      <a:lvl5pPr marL="1828647" eaLnBrk="1" hangingPunct="1">
        <a:defRPr>
          <a:latin typeface="+mn-lt"/>
          <a:ea typeface="+mn-ea"/>
          <a:cs typeface="+mn-cs"/>
        </a:defRPr>
      </a:lvl5pPr>
      <a:lvl6pPr marL="2285808" eaLnBrk="1" hangingPunct="1">
        <a:defRPr>
          <a:latin typeface="+mn-lt"/>
          <a:ea typeface="+mn-ea"/>
          <a:cs typeface="+mn-cs"/>
        </a:defRPr>
      </a:lvl6pPr>
      <a:lvl7pPr marL="2742970" eaLnBrk="1" hangingPunct="1">
        <a:defRPr>
          <a:latin typeface="+mn-lt"/>
          <a:ea typeface="+mn-ea"/>
          <a:cs typeface="+mn-cs"/>
        </a:defRPr>
      </a:lvl7pPr>
      <a:lvl8pPr marL="3200132" eaLnBrk="1" hangingPunct="1">
        <a:defRPr>
          <a:latin typeface="+mn-lt"/>
          <a:ea typeface="+mn-ea"/>
          <a:cs typeface="+mn-cs"/>
        </a:defRPr>
      </a:lvl8pPr>
      <a:lvl9pPr marL="3657294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162" eaLnBrk="1" hangingPunct="1">
        <a:defRPr>
          <a:latin typeface="+mn-lt"/>
          <a:ea typeface="+mn-ea"/>
          <a:cs typeface="+mn-cs"/>
        </a:defRPr>
      </a:lvl2pPr>
      <a:lvl3pPr marL="914323" eaLnBrk="1" hangingPunct="1">
        <a:defRPr>
          <a:latin typeface="+mn-lt"/>
          <a:ea typeface="+mn-ea"/>
          <a:cs typeface="+mn-cs"/>
        </a:defRPr>
      </a:lvl3pPr>
      <a:lvl4pPr marL="1371485" eaLnBrk="1" hangingPunct="1">
        <a:defRPr>
          <a:latin typeface="+mn-lt"/>
          <a:ea typeface="+mn-ea"/>
          <a:cs typeface="+mn-cs"/>
        </a:defRPr>
      </a:lvl4pPr>
      <a:lvl5pPr marL="1828647" eaLnBrk="1" hangingPunct="1">
        <a:defRPr>
          <a:latin typeface="+mn-lt"/>
          <a:ea typeface="+mn-ea"/>
          <a:cs typeface="+mn-cs"/>
        </a:defRPr>
      </a:lvl5pPr>
      <a:lvl6pPr marL="2285808" eaLnBrk="1" hangingPunct="1">
        <a:defRPr>
          <a:latin typeface="+mn-lt"/>
          <a:ea typeface="+mn-ea"/>
          <a:cs typeface="+mn-cs"/>
        </a:defRPr>
      </a:lvl6pPr>
      <a:lvl7pPr marL="2742970" eaLnBrk="1" hangingPunct="1">
        <a:defRPr>
          <a:latin typeface="+mn-lt"/>
          <a:ea typeface="+mn-ea"/>
          <a:cs typeface="+mn-cs"/>
        </a:defRPr>
      </a:lvl7pPr>
      <a:lvl8pPr marL="3200132" eaLnBrk="1" hangingPunct="1">
        <a:defRPr>
          <a:latin typeface="+mn-lt"/>
          <a:ea typeface="+mn-ea"/>
          <a:cs typeface="+mn-cs"/>
        </a:defRPr>
      </a:lvl8pPr>
      <a:lvl9pPr marL="3657294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8064" y="290227"/>
            <a:ext cx="4705392" cy="71565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9172" y="503631"/>
            <a:ext cx="9116532" cy="18269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699" algn="ctr">
              <a:lnSpc>
                <a:spcPct val="150000"/>
              </a:lnSpc>
              <a:spcBef>
                <a:spcPts val="90"/>
              </a:spcBef>
            </a:pPr>
            <a:br>
              <a:rPr lang="en-IN" sz="2200" spc="-1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spc="-1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Academic Management system</a:t>
            </a:r>
            <a:br>
              <a:rPr lang="en-IN" sz="3200" spc="-1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spc="-1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cornerstone project Review1</a:t>
            </a:r>
            <a:endParaRPr sz="2800" spc="-1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94681" y="2302024"/>
            <a:ext cx="8178020" cy="47153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spcBef>
                <a:spcPts val="130"/>
              </a:spcBef>
            </a:pPr>
            <a:endParaRPr lang="en-US" sz="22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30"/>
              </a:spcBef>
            </a:pPr>
            <a:r>
              <a:rPr sz="2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200" spc="8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200" spc="-25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IN" sz="2200" spc="-25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spcBef>
                <a:spcPts val="130"/>
              </a:spcBef>
            </a:pPr>
            <a:r>
              <a:rPr lang="en-IN" sz="1800" spc="-1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A.JYOSHNA (25B11AI447) </a:t>
            </a:r>
          </a:p>
          <a:p>
            <a:pPr algn="ctr">
              <a:spcBef>
                <a:spcPts val="130"/>
              </a:spcBef>
            </a:pPr>
            <a:r>
              <a:rPr lang="en-IN" sz="1800" spc="-1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K.VARUN KUMAR (25B11AI579)</a:t>
            </a:r>
          </a:p>
          <a:p>
            <a:pPr algn="ctr">
              <a:spcBef>
                <a:spcPts val="130"/>
              </a:spcBef>
            </a:pPr>
            <a:r>
              <a:rPr lang="en-IN" sz="1800" spc="-1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K.DOLLY SUPRIYA(25B11AI608)</a:t>
            </a:r>
          </a:p>
          <a:p>
            <a:pPr algn="ctr">
              <a:spcBef>
                <a:spcPts val="130"/>
              </a:spcBef>
            </a:pPr>
            <a:r>
              <a:rPr lang="en-IN" sz="1800" spc="-1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K.HARSHINI(24B11AI620)</a:t>
            </a:r>
          </a:p>
          <a:p>
            <a:pPr algn="ctr">
              <a:spcBef>
                <a:spcPts val="130"/>
              </a:spcBef>
            </a:pPr>
            <a:endParaRPr lang="en-IN" sz="1800" spc="-10">
              <a:solidFill>
                <a:srgbClr val="17375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30"/>
              </a:spcBef>
            </a:pPr>
            <a:r>
              <a:rPr lang="en-IN" sz="2800" spc="-10">
                <a:solidFill>
                  <a:srgbClr val="1737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 by</a:t>
            </a:r>
          </a:p>
          <a:p>
            <a:pPr algn="ctr">
              <a:spcBef>
                <a:spcPts val="130"/>
              </a:spcBef>
            </a:pPr>
            <a:r>
              <a:rPr lang="en-IN" sz="2400" spc="-1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 GL NARASAMBA VANGURI MADAM</a:t>
            </a:r>
          </a:p>
          <a:p>
            <a:pPr marL="3810" algn="ctr">
              <a:spcBef>
                <a:spcPts val="750"/>
              </a:spcBef>
            </a:pPr>
            <a:endParaRPr lang="en-IN" sz="1650" spc="-1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spcBef>
                <a:spcPts val="994"/>
              </a:spcBef>
            </a:pPr>
            <a:r>
              <a:rPr sz="240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240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</a:p>
          <a:p>
            <a:pPr marL="1270" algn="ctr">
              <a:spcBef>
                <a:spcPts val="994"/>
              </a:spcBef>
            </a:pPr>
            <a:r>
              <a:rPr lang="en-IN" sz="2400">
                <a:solidFill>
                  <a:srgbClr val="9437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Machine Learning</a:t>
            </a:r>
            <a:endParaRPr lang="en-IN" sz="2400" spc="-1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spcBef>
                <a:spcPts val="994"/>
              </a:spcBef>
            </a:pPr>
            <a:endParaRPr lang="en-IN" sz="1650" spc="-1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>
            <a:spLocks/>
          </p:cNvSpPr>
          <p:nvPr/>
        </p:nvSpPr>
        <p:spPr>
          <a:xfrm>
            <a:off x="3604543" y="286092"/>
            <a:ext cx="285369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algn="ctr">
              <a:spcBef>
                <a:spcPts val="130"/>
              </a:spcBef>
            </a:pPr>
            <a:r>
              <a:rPr lang="en-IN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2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F0D225B-B492-C128-BDD4-F427536C62A3}"/>
              </a:ext>
            </a:extLst>
          </p:cNvPr>
          <p:cNvSpPr txBox="1"/>
          <p:nvPr/>
        </p:nvSpPr>
        <p:spPr>
          <a:xfrm>
            <a:off x="1284784" y="1653952"/>
            <a:ext cx="806489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&amp;Attributes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and Cardinality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Schema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ER-Diagram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Team Responsibilities and GitHub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93425" y="299669"/>
            <a:ext cx="2167890" cy="31675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699">
              <a:spcBef>
                <a:spcPts val="130"/>
              </a:spcBef>
            </a:pPr>
            <a:r>
              <a:rPr lang="en-IN" sz="195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2852EA-FB77-8C56-6E86-BBF7BB19083C}"/>
              </a:ext>
            </a:extLst>
          </p:cNvPr>
          <p:cNvSpPr txBox="1"/>
          <p:nvPr/>
        </p:nvSpPr>
        <p:spPr>
          <a:xfrm>
            <a:off x="777324" y="1149896"/>
            <a:ext cx="8883256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University Academic Management System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a database-based system developed to manage and organize university academic information efficiently. It maintains details of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students, faculty, departments, courses, registration , attendance, examinations, and marks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 a centralized database. The system aims to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work, minimize data redundancy, improve data accuracy, and provide easy access to academic information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It uses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keys, foreign keys, relationships, and a relational database schema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structured and reliable data management.</a:t>
            </a:r>
          </a:p>
          <a:p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proposed system provides an 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efficient, secure, and organized approach to managing university academic activities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IN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D105-752F-F6BC-E82A-31174A2A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02B738-0C10-B2E4-3FBC-9E4A166526AB}"/>
              </a:ext>
            </a:extLst>
          </p:cNvPr>
          <p:cNvGrpSpPr/>
          <p:nvPr/>
        </p:nvGrpSpPr>
        <p:grpSpPr>
          <a:xfrm>
            <a:off x="2477248" y="196751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C885B57-53A0-3491-E7B6-0351BD35E20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58461FAC-72F2-60AB-202B-A9A3791612F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527545C-8F32-992F-919D-92EB9BF31E6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CCD87EAE-5A9D-4F88-4CA6-467D3FABF43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2887D2C-2E02-6A70-73C6-B8FAF11F0DB0}"/>
              </a:ext>
            </a:extLst>
          </p:cNvPr>
          <p:cNvSpPr txBox="1"/>
          <p:nvPr/>
        </p:nvSpPr>
        <p:spPr>
          <a:xfrm>
            <a:off x="3805064" y="409941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95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35FFB648-8082-F0A7-D51A-D63CD49EDB3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67B7F0-9F4E-807D-6945-52E549721A2F}"/>
              </a:ext>
            </a:extLst>
          </p:cNvPr>
          <p:cNvSpPr txBox="1"/>
          <p:nvPr/>
        </p:nvSpPr>
        <p:spPr>
          <a:xfrm>
            <a:off x="667036" y="1725962"/>
            <a:ext cx="9391364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71" indent="-34287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26" indent="-285726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46078C-A9C1-59A5-6005-1BDC29CFA4B3}"/>
              </a:ext>
            </a:extLst>
          </p:cNvPr>
          <p:cNvSpPr txBox="1"/>
          <p:nvPr/>
        </p:nvSpPr>
        <p:spPr>
          <a:xfrm>
            <a:off x="667037" y="1434353"/>
            <a:ext cx="873048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Managing university academic records manually is difficult and time-consuming. Information about students, faculty, courses, attendance, examinations, and marks may be stored separately, which can cause data duplication, mistakes, and difficulty in finding information.</a:t>
            </a:r>
          </a:p>
          <a:p>
            <a:pPr algn="l"/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University Academic Management System aims to solve these problems by providing a centralized database to store and manage academic information. It makes the data organized, accurate, easy to access, and simple to update.</a:t>
            </a:r>
          </a:p>
          <a:p>
            <a:pPr algn="l">
              <a:buNone/>
            </a:pPr>
            <a:endParaRPr lang="en-IN" sz="2600"/>
          </a:p>
        </p:txBody>
      </p:sp>
    </p:spTree>
    <p:extLst>
      <p:ext uri="{BB962C8B-B14F-4D97-AF65-F5344CB8AC3E}">
        <p14:creationId xmlns:p14="http://schemas.microsoft.com/office/powerpoint/2010/main" val="4239901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3E4E3-1170-EDD9-83BE-BA289E23D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627F602-40B3-1D0F-7401-F4EC1D18358F}"/>
              </a:ext>
            </a:extLst>
          </p:cNvPr>
          <p:cNvGrpSpPr/>
          <p:nvPr/>
        </p:nvGrpSpPr>
        <p:grpSpPr>
          <a:xfrm>
            <a:off x="2724943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CED3E446-6816-2335-DD30-DA16876AB4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978FFF70-79DE-5231-71E3-FDD3505892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2E44C9B-9F2D-C042-25B1-14E9B8E8EF9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EBDC1AC-8786-DCB3-AE3D-7C60E4881085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BA9C86F-30E3-F53F-DB03-16F3C710E30F}"/>
              </a:ext>
            </a:extLst>
          </p:cNvPr>
          <p:cNvSpPr txBox="1"/>
          <p:nvPr/>
        </p:nvSpPr>
        <p:spPr>
          <a:xfrm>
            <a:off x="3784013" y="15565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Objectives</a:t>
            </a:r>
            <a:endParaRPr lang="en-IN" sz="195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17A22ADC-684C-05C6-816C-4D3D080143F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70F851-6913-C4FB-70CD-C4C951796EE0}"/>
              </a:ext>
            </a:extLst>
          </p:cNvPr>
          <p:cNvSpPr txBox="1"/>
          <p:nvPr/>
        </p:nvSpPr>
        <p:spPr>
          <a:xfrm>
            <a:off x="708720" y="1210142"/>
            <a:ext cx="881664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To manage student and faculty information in one system.</a:t>
            </a:r>
          </a:p>
          <a:p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To maintain department and course details.</a:t>
            </a:r>
          </a:p>
          <a:p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To store and manage student registration and attendance records.</a:t>
            </a:r>
          </a:p>
          <a:p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To maintain examination and marks information.</a:t>
            </a:r>
          </a:p>
          <a:p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To reduce data duplication and errors.</a:t>
            </a:r>
          </a:p>
          <a:p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To make academic information easy to store, access, and update.</a:t>
            </a:r>
          </a:p>
          <a:p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→ To improve the overall efficiency of academic record management</a:t>
            </a:r>
            <a:r>
              <a:rPr lang="en-IN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1636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87AC7-BDDA-7701-A2D9-B5BD3BB4A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689CE5C9-2B2D-BBFF-A87D-7E2D89E8AE53}"/>
              </a:ext>
            </a:extLst>
          </p:cNvPr>
          <p:cNvGrpSpPr/>
          <p:nvPr/>
        </p:nvGrpSpPr>
        <p:grpSpPr>
          <a:xfrm>
            <a:off x="2724944" y="8937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31D6BFC4-501D-205D-9565-88217713EF3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A6389F09-26DE-6372-6A39-DD1A199B546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0F4A24A8-DFB8-1229-F874-8EBC1A68CBD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D1C8C56-EE6F-4841-ACC9-4D951020E65D}"/>
                </a:ext>
              </a:extLst>
            </p:cNvPr>
            <p:cNvSpPr/>
            <p:nvPr/>
          </p:nvSpPr>
          <p:spPr>
            <a:xfrm>
              <a:off x="2881914" y="296551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IN" sz="2400">
                  <a:solidFill>
                    <a:schemeClr val="bg1">
                      <a:lumMod val="95000"/>
                    </a:schemeClr>
                  </a:solidFill>
                </a:rPr>
                <a:t>       Entities and Attributes</a:t>
              </a:r>
              <a:endParaRPr sz="24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AB2948ED-8829-2284-E87F-7A2B8EE77AE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A7570D5-560B-4093-434B-5FBB17738653}"/>
              </a:ext>
            </a:extLst>
          </p:cNvPr>
          <p:cNvSpPr txBox="1"/>
          <p:nvPr/>
        </p:nvSpPr>
        <p:spPr>
          <a:xfrm>
            <a:off x="4923360" y="916393"/>
            <a:ext cx="5029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/>
            </a:br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41389B-F059-9045-02F5-595D1C559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650694"/>
              </p:ext>
            </p:extLst>
          </p:nvPr>
        </p:nvGraphicFramePr>
        <p:xfrm>
          <a:off x="348680" y="1883749"/>
          <a:ext cx="9433048" cy="4152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5913">
                  <a:extLst>
                    <a:ext uri="{9D8B030D-6E8A-4147-A177-3AD203B41FA5}">
                      <a16:colId xmlns:a16="http://schemas.microsoft.com/office/drawing/2014/main" val="2884035950"/>
                    </a:ext>
                  </a:extLst>
                </a:gridCol>
                <a:gridCol w="5457135">
                  <a:extLst>
                    <a:ext uri="{9D8B030D-6E8A-4147-A177-3AD203B41FA5}">
                      <a16:colId xmlns:a16="http://schemas.microsoft.com/office/drawing/2014/main" val="1319613436"/>
                    </a:ext>
                  </a:extLst>
                </a:gridCol>
              </a:tblGrid>
              <a:tr h="545854">
                <a:tc>
                  <a:txBody>
                    <a:bodyPr/>
                    <a:lstStyle/>
                    <a:p>
                      <a:r>
                        <a:rPr lang="en-US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 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Key Attributes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174901"/>
                  </a:ext>
                </a:extLst>
              </a:tr>
              <a:tr h="50629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Student_ID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(PK), Name, DOB, Gender, 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608933"/>
                  </a:ext>
                </a:extLst>
              </a:tr>
              <a:tr h="50629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Faculty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Faculty_ID (PK), Name, Email, Phone,Destination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656045"/>
                  </a:ext>
                </a:extLst>
              </a:tr>
              <a:tr h="506290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</a:t>
                      </a: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Dept_ID (PK), Dept_Name, Location, Phone, HOD_Name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5281687"/>
                  </a:ext>
                </a:extLst>
              </a:tr>
              <a:tr h="603312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</a:t>
                      </a: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Course_ID (PK), Course_Name, Credits, Semester, Dept_ID (FK)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775881"/>
                  </a:ext>
                </a:extLst>
              </a:tr>
              <a:tr h="603312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Registration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Registration_ID (PK), Student_ID (FK), Course_ID (FK), Semester, Registration_Date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586553"/>
                  </a:ext>
                </a:extLst>
              </a:tr>
              <a:tr h="603312"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Examination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Exam_ID (PK), Course_ID (FK), Exam_Name, Exam_Date, Exam_Type.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529916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80A98DA-1DDB-D240-FE07-50D9642ED36F}"/>
              </a:ext>
            </a:extLst>
          </p:cNvPr>
          <p:cNvSpPr txBox="1"/>
          <p:nvPr/>
        </p:nvSpPr>
        <p:spPr>
          <a:xfrm>
            <a:off x="348680" y="1263477"/>
            <a:ext cx="55835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Six entities identified for the proposed database</a:t>
            </a:r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2620546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CE0B2A7-B604-1025-40C0-6A549DD551FE}"/>
              </a:ext>
            </a:extLst>
          </p:cNvPr>
          <p:cNvGrpSpPr/>
          <p:nvPr/>
        </p:nvGrpSpPr>
        <p:grpSpPr>
          <a:xfrm>
            <a:off x="2724944" y="208925"/>
            <a:ext cx="5103904" cy="1198311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66B5CB7-C42C-986B-699C-6D26396DB64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5FF265C-7885-EA83-0EEE-FB4D04766DA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900B8E8-9B58-B765-FC19-79379F96CDE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97DF1A6-4AD9-FEBE-A6A6-2F63A8E955D8}"/>
                </a:ext>
              </a:extLst>
            </p:cNvPr>
            <p:cNvSpPr/>
            <p:nvPr/>
          </p:nvSpPr>
          <p:spPr>
            <a:xfrm>
              <a:off x="2828925" y="249452"/>
              <a:ext cx="4571791" cy="522643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IN">
                  <a:solidFill>
                    <a:schemeClr val="bg1">
                      <a:lumMod val="95000"/>
                    </a:schemeClr>
                  </a:solidFill>
                </a:rPr>
                <a:t>             </a:t>
              </a:r>
              <a:r>
                <a:rPr lang="en-IN" sz="2000">
                  <a:solidFill>
                    <a:schemeClr val="bg1"/>
                  </a:solidFill>
                </a:rPr>
                <a:t>Relationships and cardinality</a:t>
              </a:r>
              <a:endParaRPr sz="2000">
                <a:solidFill>
                  <a:schemeClr val="bg1"/>
                </a:solidFill>
              </a:endParaRPr>
            </a:p>
          </p:txBody>
        </p:sp>
      </p:grpSp>
      <p:pic>
        <p:nvPicPr>
          <p:cNvPr id="2" name="object 3">
            <a:extLst>
              <a:ext uri="{FF2B5EF4-FFF2-40B4-BE49-F238E27FC236}">
                <a16:creationId xmlns:a16="http://schemas.microsoft.com/office/drawing/2014/main" id="{E3A20E79-BB3F-7E95-FEFE-7CC0FB49939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1050" y="383743"/>
            <a:ext cx="1354074" cy="42433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2B15304-458F-F587-352B-89CE794AB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527490"/>
              </p:ext>
            </p:extLst>
          </p:nvPr>
        </p:nvGraphicFramePr>
        <p:xfrm>
          <a:off x="420688" y="1407236"/>
          <a:ext cx="9145017" cy="4247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8366">
                  <a:extLst>
                    <a:ext uri="{9D8B030D-6E8A-4147-A177-3AD203B41FA5}">
                      <a16:colId xmlns:a16="http://schemas.microsoft.com/office/drawing/2014/main" val="3966499625"/>
                    </a:ext>
                  </a:extLst>
                </a:gridCol>
                <a:gridCol w="1799020">
                  <a:extLst>
                    <a:ext uri="{9D8B030D-6E8A-4147-A177-3AD203B41FA5}">
                      <a16:colId xmlns:a16="http://schemas.microsoft.com/office/drawing/2014/main" val="2214464154"/>
                    </a:ext>
                  </a:extLst>
                </a:gridCol>
                <a:gridCol w="4347631">
                  <a:extLst>
                    <a:ext uri="{9D8B030D-6E8A-4147-A177-3AD203B41FA5}">
                      <a16:colId xmlns:a16="http://schemas.microsoft.com/office/drawing/2014/main" val="2628643469"/>
                    </a:ext>
                  </a:extLst>
                </a:gridCol>
              </a:tblGrid>
              <a:tr h="563687"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 Relationship</a:t>
                      </a:r>
                      <a:endParaRPr lang="en-IN" sz="240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  </a:t>
                      </a:r>
                      <a:r>
                        <a:rPr lang="en-IN" sz="2400"/>
                        <a:t>Cardinality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   Meaning</a:t>
                      </a:r>
                      <a:endParaRPr lang="en-I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813582"/>
                  </a:ext>
                </a:extLst>
              </a:tr>
              <a:tr h="696319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Department-Faculty</a:t>
                      </a:r>
                      <a:endParaRPr lang="en-IN" sz="2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   </a:t>
                      </a:r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1:M</a:t>
                      </a:r>
                      <a:endParaRPr lang="en-IN" sz="2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One department can have many faculty members</a:t>
                      </a:r>
                      <a:endParaRPr lang="en-IN" sz="18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321627"/>
                  </a:ext>
                </a:extLst>
              </a:tr>
              <a:tr h="696319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Department-course</a:t>
                      </a:r>
                      <a:endParaRPr lang="en-IN" sz="2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  </a:t>
                      </a:r>
                      <a:r>
                        <a:rPr lang="en-US" sz="240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1:M</a:t>
                      </a:r>
                      <a:endParaRPr lang="en-IN" sz="2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One department can offer many courses</a:t>
                      </a:r>
                    </a:p>
                    <a:p>
                      <a:endParaRPr lang="en-IN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463267"/>
                  </a:ext>
                </a:extLst>
              </a:tr>
              <a:tr h="696319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Faculty-course</a:t>
                      </a:r>
                      <a:endParaRPr lang="en-IN" sz="2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   </a:t>
                      </a:r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1:M</a:t>
                      </a:r>
                      <a:endParaRPr lang="en-IN" sz="2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One faculty member can teach many courses</a:t>
                      </a:r>
                      <a:endParaRPr lang="en-IN" sz="18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25674"/>
                  </a:ext>
                </a:extLst>
              </a:tr>
              <a:tr h="548561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Student-Registration</a:t>
                      </a:r>
                      <a:endParaRPr lang="en-IN" sz="2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   </a:t>
                      </a:r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1:M</a:t>
                      </a:r>
                      <a:endParaRPr lang="en-IN" sz="2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One student can have many registrations</a:t>
                      </a:r>
                      <a:endParaRPr lang="en-IN" sz="18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882825"/>
                  </a:ext>
                </a:extLst>
              </a:tr>
              <a:tr h="548561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Course-Registration</a:t>
                      </a:r>
                      <a:endParaRPr lang="en-IN" sz="2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  </a:t>
                      </a:r>
                      <a:r>
                        <a:rPr lang="en-US" sz="2400">
                          <a:solidFill>
                            <a:schemeClr val="tx2"/>
                          </a:solidFill>
                        </a:rPr>
                        <a:t> </a:t>
                      </a:r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1:M</a:t>
                      </a:r>
                      <a:endParaRPr lang="en-IN" sz="2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One course can have many registrations</a:t>
                      </a:r>
                      <a:endParaRPr lang="en-IN" sz="18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888338"/>
                  </a:ext>
                </a:extLst>
              </a:tr>
              <a:tr h="497371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Course-Examination</a:t>
                      </a:r>
                      <a:endParaRPr lang="en-IN" sz="2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   </a:t>
                      </a:r>
                      <a:r>
                        <a:rPr lang="en-US" sz="2000">
                          <a:solidFill>
                            <a:schemeClr val="tx2"/>
                          </a:solidFill>
                        </a:rPr>
                        <a:t>1:M</a:t>
                      </a:r>
                      <a:endParaRPr lang="en-IN" sz="2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2"/>
                          </a:solidFill>
                        </a:rPr>
                        <a:t>One course can have many examination</a:t>
                      </a:r>
                      <a:endParaRPr lang="en-IN" sz="18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091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14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2FAB0-2940-1499-E19B-F1A0A9EAF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C215272-D9AB-C0C3-C769-3E410F148FAF}"/>
              </a:ext>
            </a:extLst>
          </p:cNvPr>
          <p:cNvGrpSpPr/>
          <p:nvPr/>
        </p:nvGrpSpPr>
        <p:grpSpPr>
          <a:xfrm>
            <a:off x="2436912" y="211441"/>
            <a:ext cx="5103904" cy="1370503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B9C1FAC-9A35-D84C-273A-F1628BCFB7A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F015B95-DBA9-D20B-1E19-C3A4F3D0CFF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DFE5E4E-1EF9-6A4D-0691-B39C8B7862A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C502549-94EC-38B7-9D34-A176A789F772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IN">
                  <a:solidFill>
                    <a:schemeClr val="bg1">
                      <a:lumMod val="95000"/>
                    </a:schemeClr>
                  </a:solidFill>
                </a:rPr>
                <a:t>            </a:t>
              </a:r>
              <a:r>
                <a:rPr lang="en-IN" sz="2000">
                  <a:solidFill>
                    <a:schemeClr val="bg1">
                      <a:lumMod val="95000"/>
                    </a:schemeClr>
                  </a:solidFill>
                </a:rPr>
                <a:t>Relational Database schema </a:t>
              </a:r>
              <a:endParaRPr sz="20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2" name="object 3">
            <a:extLst>
              <a:ext uri="{FF2B5EF4-FFF2-40B4-BE49-F238E27FC236}">
                <a16:creationId xmlns:a16="http://schemas.microsoft.com/office/drawing/2014/main" id="{E7297322-FE52-1348-7F3D-4CD4906008A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8008" y="410489"/>
            <a:ext cx="1354074" cy="42433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19D7EBA-C7FC-2BA6-0F35-5318D8862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548944"/>
              </p:ext>
            </p:extLst>
          </p:nvPr>
        </p:nvGraphicFramePr>
        <p:xfrm>
          <a:off x="348679" y="1365920"/>
          <a:ext cx="9361041" cy="410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1341473349"/>
                    </a:ext>
                  </a:extLst>
                </a:gridCol>
                <a:gridCol w="5112567">
                  <a:extLst>
                    <a:ext uri="{9D8B030D-6E8A-4147-A177-3AD203B41FA5}">
                      <a16:colId xmlns:a16="http://schemas.microsoft.com/office/drawing/2014/main" val="246000566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78298711"/>
                    </a:ext>
                  </a:extLst>
                </a:gridCol>
                <a:gridCol w="1296145">
                  <a:extLst>
                    <a:ext uri="{9D8B030D-6E8A-4147-A177-3AD203B41FA5}">
                      <a16:colId xmlns:a16="http://schemas.microsoft.com/office/drawing/2014/main" val="3866774322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r>
                        <a:rPr lang="en-US" sz="2800"/>
                        <a:t>    </a:t>
                      </a:r>
                      <a:r>
                        <a:rPr lang="en-US" sz="2400"/>
                        <a:t>Table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       Schema</a:t>
                      </a:r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Primary key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Foreign key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246650"/>
                  </a:ext>
                </a:extLst>
              </a:tr>
              <a:tr h="480965">
                <a:tc>
                  <a:txBody>
                    <a:bodyPr/>
                    <a:lstStyle/>
                    <a:p>
                      <a:r>
                        <a:rPr lang="en-IN"/>
                        <a:t>   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STUDENT</a:t>
                      </a:r>
                      <a:r>
                        <a:rPr lang="en-IN" sz="1400"/>
                        <a:t> (Student_ID, Name, DOB, Gender, Email)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Student_ID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       -</a:t>
                      </a:r>
                      <a:endParaRPr lang="en-IN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4894874"/>
                  </a:ext>
                </a:extLst>
              </a:tr>
              <a:tr h="480965">
                <a:tc>
                  <a:txBody>
                    <a:bodyPr/>
                    <a:lstStyle/>
                    <a:p>
                      <a:r>
                        <a:rPr lang="en-US"/>
                        <a:t>   FACULTY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FACULTY</a:t>
                      </a:r>
                      <a:r>
                        <a:rPr lang="en-IN" sz="1400"/>
                        <a:t> (Faculty_ID, Name, Email, Phone, Designation, Dept_ID)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Faculty_ID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Dept_ID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02967"/>
                  </a:ext>
                </a:extLst>
              </a:tr>
              <a:tr h="488314">
                <a:tc>
                  <a:txBody>
                    <a:bodyPr/>
                    <a:lstStyle/>
                    <a:p>
                      <a:r>
                        <a:rPr lang="en-US"/>
                        <a:t> DEPARTMENT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DEPARTMENT</a:t>
                      </a:r>
                      <a:r>
                        <a:rPr lang="en-IN" sz="1400"/>
                        <a:t> (Dept_ID, Dept_Name, Location, Phone, HOD_Name)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Dept_ID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-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6285216"/>
                  </a:ext>
                </a:extLst>
              </a:tr>
              <a:tr h="422757">
                <a:tc>
                  <a:txBody>
                    <a:bodyPr/>
                    <a:lstStyle/>
                    <a:p>
                      <a:r>
                        <a:rPr lang="en-IN" sz="1800"/>
                        <a:t>    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COURSE</a:t>
                      </a:r>
                      <a:r>
                        <a:rPr lang="en-IN" sz="1400"/>
                        <a:t> (Course_ID, Course_Name, Credits, Semester, Dept_ID, Faculty_ID)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Course_ID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Dept_ID, Faculty_ID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533818"/>
                  </a:ext>
                </a:extLst>
              </a:tr>
              <a:tr h="746042">
                <a:tc>
                  <a:txBody>
                    <a:bodyPr/>
                    <a:lstStyle/>
                    <a:p>
                      <a:r>
                        <a:rPr lang="en-US"/>
                        <a:t>  REGISTRATION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REGISTRATION</a:t>
                      </a:r>
                      <a:r>
                        <a:rPr lang="en-IN" sz="1400"/>
                        <a:t> (Registration_ID, Student_ID, Course_ID, Semester, Registration_Date)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Registration_ID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Student_ID, Course_ID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323061"/>
                  </a:ext>
                </a:extLst>
              </a:tr>
              <a:tr h="746042">
                <a:tc>
                  <a:txBody>
                    <a:bodyPr/>
                    <a:lstStyle/>
                    <a:p>
                      <a:r>
                        <a:rPr lang="en-US"/>
                        <a:t>  EXAMINATION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EXAMINATION</a:t>
                      </a:r>
                      <a:r>
                        <a:rPr lang="en-IN" sz="1400"/>
                        <a:t> (Exam_ID, Course_ID, Exam_Name, Exam_Date, Exam_Type)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Exam_ID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Course_ID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573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218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1ACF-E669-A0CA-D42B-7DAA75554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ED8BEB0C-DD4C-08DA-ECC4-99F5FC565FB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672" y="321231"/>
            <a:ext cx="1354074" cy="424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FC8BBF-71C8-E57E-8242-4469ABD5F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672" y="881554"/>
            <a:ext cx="9577064" cy="635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6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760F-94B1-6EC1-FB9B-F196CB0FA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856" y="789856"/>
            <a:ext cx="6840760" cy="864096"/>
          </a:xfrm>
        </p:spPr>
        <p:txBody>
          <a:bodyPr/>
          <a:lstStyle/>
          <a:p>
            <a:r>
              <a:rPr lang="en-US" sz="3200">
                <a:solidFill>
                  <a:srgbClr val="135471"/>
                </a:solidFill>
              </a:rPr>
              <a:t>Team responsibilities and GitHub</a:t>
            </a:r>
            <a:endParaRPr lang="en-IN" sz="3200">
              <a:solidFill>
                <a:srgbClr val="135471"/>
              </a:solidFill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1C7DD541-E484-0A3F-29FD-4443A42B61E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680" y="470215"/>
            <a:ext cx="1354074" cy="42433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D0138B-5FB0-3660-188E-38A174748F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8834724"/>
              </p:ext>
            </p:extLst>
          </p:nvPr>
        </p:nvGraphicFramePr>
        <p:xfrm>
          <a:off x="492696" y="2013992"/>
          <a:ext cx="9001000" cy="287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00">
                  <a:extLst>
                    <a:ext uri="{9D8B030D-6E8A-4147-A177-3AD203B41FA5}">
                      <a16:colId xmlns:a16="http://schemas.microsoft.com/office/drawing/2014/main" val="2649912387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1734962526"/>
                    </a:ext>
                  </a:extLst>
                </a:gridCol>
              </a:tblGrid>
              <a:tr h="558210">
                <a:tc>
                  <a:txBody>
                    <a:bodyPr/>
                    <a:lstStyle/>
                    <a:p>
                      <a:r>
                        <a:rPr lang="en-US" sz="2000"/>
                        <a:t>Team Members</a:t>
                      </a:r>
                      <a:endParaRPr lang="en-IN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Assigned Responsibility</a:t>
                      </a:r>
                      <a:endParaRPr lang="en-IN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347728"/>
                  </a:ext>
                </a:extLst>
              </a:tr>
              <a:tr h="558210">
                <a:tc>
                  <a:txBody>
                    <a:bodyPr/>
                    <a:lstStyle/>
                    <a:p>
                      <a:r>
                        <a:rPr lang="en-US"/>
                        <a:t>K.Varun kumar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Project title,contents, abstract.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421035"/>
                  </a:ext>
                </a:extLst>
              </a:tr>
              <a:tr h="558210">
                <a:tc>
                  <a:txBody>
                    <a:bodyPr/>
                    <a:lstStyle/>
                    <a:p>
                      <a:r>
                        <a:rPr lang="en-US"/>
                        <a:t>K.Harshini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Abstract,Problem statement,Entities&amp;Attributes.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080308"/>
                  </a:ext>
                </a:extLst>
              </a:tr>
              <a:tr h="558210">
                <a:tc>
                  <a:txBody>
                    <a:bodyPr/>
                    <a:lstStyle/>
                    <a:p>
                      <a:r>
                        <a:rPr lang="en-US"/>
                        <a:t>K.Dolly Supriya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Relationships&amp;Cardinality,relational database schema,ER-diagram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212409"/>
                  </a:ext>
                </a:extLst>
              </a:tr>
              <a:tr h="558210">
                <a:tc>
                  <a:txBody>
                    <a:bodyPr/>
                    <a:lstStyle/>
                    <a:p>
                      <a:r>
                        <a:rPr lang="en-US"/>
                        <a:t>A.Jyoshna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Github repository and conclusion.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979075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3132AC5-5F8F-CB80-F4E0-21808CE14AF4}"/>
              </a:ext>
            </a:extLst>
          </p:cNvPr>
          <p:cNvSpPr txBox="1"/>
          <p:nvPr/>
        </p:nvSpPr>
        <p:spPr>
          <a:xfrm>
            <a:off x="564704" y="5739815"/>
            <a:ext cx="12097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accent2"/>
                </a:solidFill>
              </a:rPr>
              <a:t>https://github.com/VARUN-AIML-579/University-Academic-Management-Cornerstone-.git</a:t>
            </a:r>
          </a:p>
        </p:txBody>
      </p:sp>
    </p:spTree>
    <p:extLst>
      <p:ext uri="{BB962C8B-B14F-4D97-AF65-F5344CB8AC3E}">
        <p14:creationId xmlns:p14="http://schemas.microsoft.com/office/powerpoint/2010/main" val="3677069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A6A4B-E436-F285-B9C6-8316A8E68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3872489-ACAB-A078-221A-17E28E2259C9}"/>
              </a:ext>
            </a:extLst>
          </p:cNvPr>
          <p:cNvGrpSpPr/>
          <p:nvPr/>
        </p:nvGrpSpPr>
        <p:grpSpPr>
          <a:xfrm>
            <a:off x="2436912" y="211441"/>
            <a:ext cx="5103904" cy="1370503"/>
            <a:chOff x="2648188" y="47148"/>
            <a:chExt cx="5103904" cy="1198311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4BA7C59-6555-9CBA-80EB-7B93B7E16F4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E70F882-410C-7390-E2D3-9A1599C08D3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BA54AC88-B2BD-087A-FDFB-7E438232B6E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BC63B44-10E8-4C6D-CED4-73E4B629D8C7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IN">
                  <a:solidFill>
                    <a:schemeClr val="bg1">
                      <a:lumMod val="95000"/>
                    </a:schemeClr>
                  </a:solidFill>
                </a:rPr>
                <a:t>                      </a:t>
              </a:r>
              <a:r>
                <a:rPr lang="en-IN" sz="2400">
                  <a:solidFill>
                    <a:schemeClr val="bg1">
                      <a:lumMod val="95000"/>
                    </a:schemeClr>
                  </a:solidFill>
                </a:rPr>
                <a:t>Conclusion</a:t>
              </a:r>
              <a:endParaRPr sz="24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pic>
        <p:nvPicPr>
          <p:cNvPr id="2" name="object 3">
            <a:extLst>
              <a:ext uri="{FF2B5EF4-FFF2-40B4-BE49-F238E27FC236}">
                <a16:creationId xmlns:a16="http://schemas.microsoft.com/office/drawing/2014/main" id="{21E2D4C6-5620-2474-4734-8E421A51044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8008" y="410489"/>
            <a:ext cx="1354074" cy="4243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D999FB-68CE-D6D4-B0A5-4A0BF3172487}"/>
              </a:ext>
            </a:extLst>
          </p:cNvPr>
          <p:cNvSpPr txBox="1"/>
          <p:nvPr/>
        </p:nvSpPr>
        <p:spPr>
          <a:xfrm>
            <a:off x="780728" y="1762542"/>
            <a:ext cx="83529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University Academic Management System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simple and organized way to manage university academic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manages details of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students, faculty, departments, courses, registration, and examinations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helps to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reduce manual work, avoid data duplication, and improve data accuracy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makes academic information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easy to store, access, and update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provides an </a:t>
            </a: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reliable approach to academic record management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93651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B32A-9B14-7FA0-D59B-AF32355B7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3352802"/>
            <a:ext cx="4038600" cy="738664"/>
          </a:xfrm>
        </p:spPr>
        <p:txBody>
          <a:bodyPr/>
          <a:lstStyle/>
          <a:p>
            <a:r>
              <a:rPr lang="en-IN" sz="480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2A927C3-140A-7ABC-91C2-249562DF33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java</Template>
  <TotalTime>1145</TotalTime>
  <Words>892</Words>
  <Application>Microsoft Office PowerPoint</Application>
  <PresentationFormat>Custom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Palatino Linotype</vt:lpstr>
      <vt:lpstr>Times New Roman</vt:lpstr>
      <vt:lpstr>Wingdings</vt:lpstr>
      <vt:lpstr>Office Theme</vt:lpstr>
      <vt:lpstr> University Academic Management system cornerstone project Review1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responsibilities and GitHub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bunny gaming</dc:creator>
  <cp:lastModifiedBy>Harshini Kurapati</cp:lastModifiedBy>
  <cp:revision>17</cp:revision>
  <cp:lastPrinted>2025-10-14T18:21:49Z</cp:lastPrinted>
  <dcterms:created xsi:type="dcterms:W3CDTF">2026-02-27T08:03:13Z</dcterms:created>
  <dcterms:modified xsi:type="dcterms:W3CDTF">2026-08-18T03:45:16Z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